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4260" r:id="rId1"/>
  </p:sldMasterIdLst>
  <p:handoutMasterIdLst>
    <p:handoutMasterId r:id="rId3"/>
  </p:handoutMasterIdLst>
  <p:sldIdLst>
    <p:sldId id="256" r:id="rId2"/>
  </p:sldIdLst>
  <p:sldSz cx="43891200" cy="21945600"/>
  <p:notesSz cx="7010400" cy="9271000"/>
  <p:embeddedFontLst>
    <p:embeddedFont>
      <p:font typeface="Cambria Math" panose="02040503050406030204" pitchFamily="18" charset="0"/>
      <p:regular r:id="rId4"/>
    </p:embeddedFont>
    <p:embeddedFont>
      <p:font typeface="Verdana" panose="020B0604030504040204" pitchFamily="34" charset="0"/>
      <p:regular r:id="rId5"/>
      <p:bold r:id="rId4"/>
      <p:italic r:id="rId6"/>
      <p:boldItalic r:id="rId7"/>
    </p:embeddedFont>
  </p:embeddedFontLst>
  <p:custDataLst>
    <p:tags r:id="rId8"/>
  </p:custDataLst>
  <p:defaultTextStyle>
    <a:defPPr>
      <a:defRPr lang="en-US"/>
    </a:defPPr>
    <a:lvl1pPr marL="0" algn="l" defTabSz="3756396" rtl="0" eaLnBrk="1" latinLnBrk="0" hangingPunct="1">
      <a:defRPr sz="7400" kern="1200">
        <a:solidFill>
          <a:schemeClr val="tx1"/>
        </a:solidFill>
        <a:latin typeface="+mn-lt"/>
        <a:ea typeface="+mn-ea"/>
        <a:cs typeface="+mn-cs"/>
      </a:defRPr>
    </a:lvl1pPr>
    <a:lvl2pPr marL="1878198" algn="l" defTabSz="3756396" rtl="0" eaLnBrk="1" latinLnBrk="0" hangingPunct="1">
      <a:defRPr sz="7400" kern="1200">
        <a:solidFill>
          <a:schemeClr val="tx1"/>
        </a:solidFill>
        <a:latin typeface="+mn-lt"/>
        <a:ea typeface="+mn-ea"/>
        <a:cs typeface="+mn-cs"/>
      </a:defRPr>
    </a:lvl2pPr>
    <a:lvl3pPr marL="3756396" algn="l" defTabSz="3756396" rtl="0" eaLnBrk="1" latinLnBrk="0" hangingPunct="1">
      <a:defRPr sz="7400" kern="1200">
        <a:solidFill>
          <a:schemeClr val="tx1"/>
        </a:solidFill>
        <a:latin typeface="+mn-lt"/>
        <a:ea typeface="+mn-ea"/>
        <a:cs typeface="+mn-cs"/>
      </a:defRPr>
    </a:lvl3pPr>
    <a:lvl4pPr marL="5634594" algn="l" defTabSz="3756396" rtl="0" eaLnBrk="1" latinLnBrk="0" hangingPunct="1">
      <a:defRPr sz="7400" kern="1200">
        <a:solidFill>
          <a:schemeClr val="tx1"/>
        </a:solidFill>
        <a:latin typeface="+mn-lt"/>
        <a:ea typeface="+mn-ea"/>
        <a:cs typeface="+mn-cs"/>
      </a:defRPr>
    </a:lvl4pPr>
    <a:lvl5pPr marL="7512797" algn="l" defTabSz="3756396" rtl="0" eaLnBrk="1" latinLnBrk="0" hangingPunct="1">
      <a:defRPr sz="7400" kern="1200">
        <a:solidFill>
          <a:schemeClr val="tx1"/>
        </a:solidFill>
        <a:latin typeface="+mn-lt"/>
        <a:ea typeface="+mn-ea"/>
        <a:cs typeface="+mn-cs"/>
      </a:defRPr>
    </a:lvl5pPr>
    <a:lvl6pPr marL="9390995" algn="l" defTabSz="3756396" rtl="0" eaLnBrk="1" latinLnBrk="0" hangingPunct="1">
      <a:defRPr sz="7400" kern="1200">
        <a:solidFill>
          <a:schemeClr val="tx1"/>
        </a:solidFill>
        <a:latin typeface="+mn-lt"/>
        <a:ea typeface="+mn-ea"/>
        <a:cs typeface="+mn-cs"/>
      </a:defRPr>
    </a:lvl6pPr>
    <a:lvl7pPr marL="11269197" algn="l" defTabSz="3756396" rtl="0" eaLnBrk="1" latinLnBrk="0" hangingPunct="1">
      <a:defRPr sz="7400" kern="1200">
        <a:solidFill>
          <a:schemeClr val="tx1"/>
        </a:solidFill>
        <a:latin typeface="+mn-lt"/>
        <a:ea typeface="+mn-ea"/>
        <a:cs typeface="+mn-cs"/>
      </a:defRPr>
    </a:lvl7pPr>
    <a:lvl8pPr marL="13147394" algn="l" defTabSz="3756396" rtl="0" eaLnBrk="1" latinLnBrk="0" hangingPunct="1">
      <a:defRPr sz="7400" kern="1200">
        <a:solidFill>
          <a:schemeClr val="tx1"/>
        </a:solidFill>
        <a:latin typeface="+mn-lt"/>
        <a:ea typeface="+mn-ea"/>
        <a:cs typeface="+mn-cs"/>
      </a:defRPr>
    </a:lvl8pPr>
    <a:lvl9pPr marL="15025593" algn="l" defTabSz="3756396" rtl="0" eaLnBrk="1" latinLnBrk="0" hangingPunct="1">
      <a:defRPr sz="7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912" userDrawn="1">
          <p15:clr>
            <a:srgbClr val="A4A3A4"/>
          </p15:clr>
        </p15:guide>
        <p15:guide id="2" pos="13824"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254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7785" autoAdjust="0"/>
    <p:restoredTop sz="94710" autoAdjust="0"/>
  </p:normalViewPr>
  <p:slideViewPr>
    <p:cSldViewPr>
      <p:cViewPr varScale="1">
        <p:scale>
          <a:sx n="39" d="100"/>
          <a:sy n="39" d="100"/>
        </p:scale>
        <p:origin x="1008" y="232"/>
      </p:cViewPr>
      <p:guideLst>
        <p:guide orient="horz" pos="6912"/>
        <p:guide pos="13824"/>
      </p:guideLst>
    </p:cSldViewPr>
  </p:slideViewPr>
  <p:outlineViewPr>
    <p:cViewPr>
      <p:scale>
        <a:sx n="33" d="100"/>
        <a:sy n="33" d="100"/>
      </p:scale>
      <p:origin x="0" y="0"/>
    </p:cViewPr>
  </p:outlineViewPr>
  <p:notesTextViewPr>
    <p:cViewPr>
      <p:scale>
        <a:sx n="1" d="1"/>
        <a:sy n="1" d="1"/>
      </p:scale>
      <p:origin x="0" y="0"/>
    </p:cViewPr>
  </p:notesTextViewPr>
  <p:notesViewPr>
    <p:cSldViewPr>
      <p:cViewPr>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gs" Target="tags/tag1.xml"/><Relationship Id="rId3" Type="http://schemas.openxmlformats.org/officeDocument/2006/relationships/handoutMaster" Target="handoutMasters/handoutMaster1.xml"/><Relationship Id="rId7" Type="http://schemas.openxmlformats.org/officeDocument/2006/relationships/font" Target="fonts/font4.fntdata"/><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3.fntdata"/><Relationship Id="rId11" Type="http://schemas.openxmlformats.org/officeDocument/2006/relationships/theme" Target="theme/theme1.xml"/><Relationship Id="rId5" Type="http://schemas.openxmlformats.org/officeDocument/2006/relationships/font" Target="fonts/font2.fntdata"/><Relationship Id="rId10" Type="http://schemas.openxmlformats.org/officeDocument/2006/relationships/viewProps" Target="viewProps.xml"/><Relationship Id="rId4" Type="http://schemas.openxmlformats.org/officeDocument/2006/relationships/font" Target="fonts/font1.fntdata"/><Relationship Id="rId9"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3550"/>
          </a:xfrm>
          <a:prstGeom prst="rect">
            <a:avLst/>
          </a:prstGeom>
        </p:spPr>
        <p:txBody>
          <a:bodyPr vert="horz" lIns="93031" tIns="46516" rIns="93031" bIns="46516" rtlCol="0"/>
          <a:lstStyle>
            <a:defPPr>
              <a:defRPr kern="1200"/>
            </a:defPPr>
            <a:lvl1pPr algn="l">
              <a:defRPr sz="1200"/>
            </a:lvl1pPr>
          </a:lstStyle>
          <a:p>
            <a:endParaRPr lang="en-US"/>
          </a:p>
        </p:txBody>
      </p:sp>
      <p:sp>
        <p:nvSpPr>
          <p:cNvPr id="3" name="Date Placeholder 2"/>
          <p:cNvSpPr>
            <a:spLocks noGrp="1"/>
          </p:cNvSpPr>
          <p:nvPr>
            <p:ph type="dt" sz="quarter" idx="1"/>
          </p:nvPr>
        </p:nvSpPr>
        <p:spPr>
          <a:xfrm>
            <a:off x="3970938" y="0"/>
            <a:ext cx="3037840" cy="463550"/>
          </a:xfrm>
          <a:prstGeom prst="rect">
            <a:avLst/>
          </a:prstGeom>
        </p:spPr>
        <p:txBody>
          <a:bodyPr vert="horz" lIns="93031" tIns="46516" rIns="93031" bIns="46516" rtlCol="0"/>
          <a:lstStyle>
            <a:defPPr>
              <a:defRPr kern="1200"/>
            </a:defPPr>
            <a:lvl1pPr algn="r">
              <a:defRPr sz="1200"/>
            </a:lvl1pPr>
          </a:lstStyle>
          <a:p>
            <a:fld id="{302F586B-0015-43FB-918D-31E1A09780E3}" type="datetimeFigureOut">
              <a:rPr lang="en-US" smtClean="0"/>
              <a:t>6/23/26</a:t>
            </a:fld>
            <a:endParaRPr lang="en-US"/>
          </a:p>
        </p:txBody>
      </p:sp>
      <p:sp>
        <p:nvSpPr>
          <p:cNvPr id="4" name="Footer Placeholder 3"/>
          <p:cNvSpPr>
            <a:spLocks noGrp="1"/>
          </p:cNvSpPr>
          <p:nvPr>
            <p:ph type="ftr" sz="quarter" idx="2"/>
          </p:nvPr>
        </p:nvSpPr>
        <p:spPr>
          <a:xfrm>
            <a:off x="0" y="8805841"/>
            <a:ext cx="3037840" cy="463550"/>
          </a:xfrm>
          <a:prstGeom prst="rect">
            <a:avLst/>
          </a:prstGeom>
        </p:spPr>
        <p:txBody>
          <a:bodyPr vert="horz" lIns="93031" tIns="46516" rIns="93031" bIns="46516" rtlCol="0" anchor="b"/>
          <a:lstStyle>
            <a:defPPr>
              <a:defRPr kern="1200"/>
            </a:defPPr>
            <a:lvl1pPr algn="l">
              <a:defRPr sz="1200"/>
            </a:lvl1pPr>
          </a:lstStyle>
          <a:p>
            <a:endParaRPr lang="en-US"/>
          </a:p>
        </p:txBody>
      </p:sp>
      <p:sp>
        <p:nvSpPr>
          <p:cNvPr id="5" name="Slide Number Placeholder 4"/>
          <p:cNvSpPr>
            <a:spLocks noGrp="1"/>
          </p:cNvSpPr>
          <p:nvPr>
            <p:ph type="sldNum" sz="quarter" idx="3"/>
          </p:nvPr>
        </p:nvSpPr>
        <p:spPr>
          <a:xfrm>
            <a:off x="3970938" y="8805841"/>
            <a:ext cx="3037840" cy="463550"/>
          </a:xfrm>
          <a:prstGeom prst="rect">
            <a:avLst/>
          </a:prstGeom>
        </p:spPr>
        <p:txBody>
          <a:bodyPr vert="horz" lIns="93031" tIns="46516" rIns="93031" bIns="46516" rtlCol="0" anchor="b"/>
          <a:lstStyle>
            <a:defPPr>
              <a:defRPr kern="1200"/>
            </a:defPPr>
            <a:lvl1pPr algn="r">
              <a:defRPr sz="1200"/>
            </a:lvl1pPr>
          </a:lstStyle>
          <a:p>
            <a:fld id="{5F29C2D4-4424-41A2-A90C-29D31B733A95}" type="slidenum">
              <a:rPr lang="en-US" smtClean="0"/>
              <a:t>‹#›</a:t>
            </a:fld>
            <a:endParaRPr lang="en-US"/>
          </a:p>
        </p:txBody>
      </p:sp>
    </p:spTree>
    <p:extLst>
      <p:ext uri="{BB962C8B-B14F-4D97-AF65-F5344CB8AC3E}">
        <p14:creationId xmlns:p14="http://schemas.microsoft.com/office/powerpoint/2010/main" val="3955513356"/>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569557311"/>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Content Placeholder 2"/>
          <p:cNvSpPr>
            <a:spLocks noGrp="1"/>
          </p:cNvSpPr>
          <p:nvPr>
            <p:ph idx="1"/>
          </p:nvPr>
        </p:nvSpPr>
        <p:spPr/>
        <p:txBody>
          <a:bodyPr/>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defPPr>
              <a:defRPr kern="1200"/>
            </a:defPPr>
          </a:lstStyle>
          <a:p>
            <a:fld id="{1D3EE5B7-680E-44FF-962F-3113FAB5030E}" type="datetimeFigureOut">
              <a:rPr lang="en-US" smtClean="0"/>
              <a:t>6/23/26</a:t>
            </a:fld>
            <a:endParaRPr lang="en-US"/>
          </a:p>
        </p:txBody>
      </p:sp>
      <p:sp>
        <p:nvSpPr>
          <p:cNvPr id="5" name="Footer Placeholder 4"/>
          <p:cNvSpPr>
            <a:spLocks noGrp="1"/>
          </p:cNvSpPr>
          <p:nvPr>
            <p:ph type="ftr" sz="quarter" idx="11"/>
          </p:nvPr>
        </p:nvSpPr>
        <p:spPr/>
        <p:txBody>
          <a:bodyPr/>
          <a:lstStyle>
            <a:defPPr>
              <a:defRPr kern="1200"/>
            </a:defPPr>
          </a:lstStyle>
          <a:p>
            <a:endParaRPr lang="en-US"/>
          </a:p>
        </p:txBody>
      </p:sp>
      <p:sp>
        <p:nvSpPr>
          <p:cNvPr id="6" name="Slide Number Placeholder 5"/>
          <p:cNvSpPr>
            <a:spLocks noGrp="1"/>
          </p:cNvSpPr>
          <p:nvPr>
            <p:ph type="sldNum" sz="quarter" idx="12"/>
          </p:nvPr>
        </p:nvSpPr>
        <p:spPr/>
        <p:txBody>
          <a:bodyPr/>
          <a:lstStyle>
            <a:defPPr>
              <a:defRPr kern="1200"/>
            </a:defPPr>
          </a:lstStyle>
          <a:p>
            <a:fld id="{E7FB6C12-88B7-467E-AE43-45481E628990}" type="slidenum">
              <a:rPr lang="en-US" smtClean="0"/>
              <a:t>‹#›</a:t>
            </a:fld>
            <a:endParaRPr lang="en-US"/>
          </a:p>
        </p:txBody>
      </p:sp>
    </p:spTree>
    <p:extLst>
      <p:ext uri="{BB962C8B-B14F-4D97-AF65-F5344CB8AC3E}">
        <p14:creationId xmlns:p14="http://schemas.microsoft.com/office/powerpoint/2010/main" val="2995312520"/>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467103" y="14102085"/>
            <a:ext cx="37307521" cy="4358640"/>
          </a:xfrm>
        </p:spPr>
        <p:txBody>
          <a:bodyPr anchor="t"/>
          <a:lstStyle>
            <a:defPPr>
              <a:defRPr kern="1200"/>
            </a:defPPr>
            <a:lvl1pPr algn="l">
              <a:defRPr sz="11001" b="1" cap="all"/>
            </a:lvl1pPr>
          </a:lstStyle>
          <a:p>
            <a:r>
              <a:rPr lang="en-US"/>
              <a:t>Click to edit Master title style</a:t>
            </a:r>
          </a:p>
        </p:txBody>
      </p:sp>
      <p:sp>
        <p:nvSpPr>
          <p:cNvPr id="3" name="Text Placeholder 2"/>
          <p:cNvSpPr>
            <a:spLocks noGrp="1"/>
          </p:cNvSpPr>
          <p:nvPr>
            <p:ph type="body" idx="1"/>
          </p:nvPr>
        </p:nvSpPr>
        <p:spPr>
          <a:xfrm>
            <a:off x="3467103" y="9301483"/>
            <a:ext cx="37307521" cy="4800598"/>
          </a:xfrm>
        </p:spPr>
        <p:txBody>
          <a:bodyPr anchor="b"/>
          <a:lstStyle>
            <a:defPPr>
              <a:defRPr kern="1200"/>
            </a:defPPr>
            <a:lvl1pPr marL="0" indent="0">
              <a:buNone/>
              <a:defRPr sz="5467">
                <a:solidFill>
                  <a:schemeClr val="tx1">
                    <a:tint val="75000"/>
                  </a:schemeClr>
                </a:solidFill>
              </a:defRPr>
            </a:lvl1pPr>
            <a:lvl2pPr marL="1253758" indent="0">
              <a:buNone/>
              <a:defRPr sz="4934">
                <a:solidFill>
                  <a:schemeClr val="tx1">
                    <a:tint val="75000"/>
                  </a:schemeClr>
                </a:solidFill>
              </a:defRPr>
            </a:lvl2pPr>
            <a:lvl3pPr marL="2507516" indent="0">
              <a:buNone/>
              <a:defRPr sz="4400">
                <a:solidFill>
                  <a:schemeClr val="tx1">
                    <a:tint val="75000"/>
                  </a:schemeClr>
                </a:solidFill>
              </a:defRPr>
            </a:lvl3pPr>
            <a:lvl4pPr marL="3761275" indent="0">
              <a:buNone/>
              <a:defRPr sz="3867">
                <a:solidFill>
                  <a:schemeClr val="tx1">
                    <a:tint val="75000"/>
                  </a:schemeClr>
                </a:solidFill>
              </a:defRPr>
            </a:lvl4pPr>
            <a:lvl5pPr marL="5015033" indent="0">
              <a:buNone/>
              <a:defRPr sz="3867">
                <a:solidFill>
                  <a:schemeClr val="tx1">
                    <a:tint val="75000"/>
                  </a:schemeClr>
                </a:solidFill>
              </a:defRPr>
            </a:lvl5pPr>
            <a:lvl6pPr marL="6268791" indent="0">
              <a:buNone/>
              <a:defRPr sz="3867">
                <a:solidFill>
                  <a:schemeClr val="tx1">
                    <a:tint val="75000"/>
                  </a:schemeClr>
                </a:solidFill>
              </a:defRPr>
            </a:lvl6pPr>
            <a:lvl7pPr marL="7522549" indent="0">
              <a:buNone/>
              <a:defRPr sz="3867">
                <a:solidFill>
                  <a:schemeClr val="tx1">
                    <a:tint val="75000"/>
                  </a:schemeClr>
                </a:solidFill>
              </a:defRPr>
            </a:lvl7pPr>
            <a:lvl8pPr marL="8776307" indent="0">
              <a:buNone/>
              <a:defRPr sz="3867">
                <a:solidFill>
                  <a:schemeClr val="tx1">
                    <a:tint val="75000"/>
                  </a:schemeClr>
                </a:solidFill>
              </a:defRPr>
            </a:lvl8pPr>
            <a:lvl9pPr marL="10030065" indent="0">
              <a:buNone/>
              <a:defRPr sz="3867">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defPPr>
              <a:defRPr kern="1200"/>
            </a:defPPr>
          </a:lstStyle>
          <a:p>
            <a:fld id="{1D3EE5B7-680E-44FF-962F-3113FAB5030E}" type="datetimeFigureOut">
              <a:rPr lang="en-US" smtClean="0"/>
              <a:t>6/23/26</a:t>
            </a:fld>
            <a:endParaRPr lang="en-US"/>
          </a:p>
        </p:txBody>
      </p:sp>
      <p:sp>
        <p:nvSpPr>
          <p:cNvPr id="5" name="Footer Placeholder 4"/>
          <p:cNvSpPr>
            <a:spLocks noGrp="1"/>
          </p:cNvSpPr>
          <p:nvPr>
            <p:ph type="ftr" sz="quarter" idx="11"/>
          </p:nvPr>
        </p:nvSpPr>
        <p:spPr/>
        <p:txBody>
          <a:bodyPr/>
          <a:lstStyle>
            <a:defPPr>
              <a:defRPr kern="1200"/>
            </a:defPPr>
          </a:lstStyle>
          <a:p>
            <a:endParaRPr lang="en-US"/>
          </a:p>
        </p:txBody>
      </p:sp>
      <p:sp>
        <p:nvSpPr>
          <p:cNvPr id="6" name="Slide Number Placeholder 5"/>
          <p:cNvSpPr>
            <a:spLocks noGrp="1"/>
          </p:cNvSpPr>
          <p:nvPr>
            <p:ph type="sldNum" sz="quarter" idx="12"/>
          </p:nvPr>
        </p:nvSpPr>
        <p:spPr/>
        <p:txBody>
          <a:bodyPr/>
          <a:lstStyle>
            <a:defPPr>
              <a:defRPr kern="1200"/>
            </a:defPPr>
          </a:lstStyle>
          <a:p>
            <a:fld id="{E7FB6C12-88B7-467E-AE43-45481E628990}" type="slidenum">
              <a:rPr lang="en-US" smtClean="0"/>
              <a:t>‹#›</a:t>
            </a:fld>
            <a:endParaRPr lang="en-US"/>
          </a:p>
        </p:txBody>
      </p:sp>
    </p:spTree>
    <p:extLst>
      <p:ext uri="{BB962C8B-B14F-4D97-AF65-F5344CB8AC3E}">
        <p14:creationId xmlns:p14="http://schemas.microsoft.com/office/powerpoint/2010/main" val="2149840672"/>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Content Placeholder 2"/>
          <p:cNvSpPr>
            <a:spLocks noGrp="1"/>
          </p:cNvSpPr>
          <p:nvPr>
            <p:ph sz="half" idx="1"/>
          </p:nvPr>
        </p:nvSpPr>
        <p:spPr>
          <a:xfrm>
            <a:off x="2194560" y="5120642"/>
            <a:ext cx="19385280" cy="14483082"/>
          </a:xfrm>
        </p:spPr>
        <p:txBody>
          <a:bodyPr/>
          <a:lstStyle>
            <a:defPPr>
              <a:defRPr kern="1200"/>
            </a:defPPr>
            <a:lvl1pPr>
              <a:defRPr sz="7667"/>
            </a:lvl1pPr>
            <a:lvl2pPr>
              <a:defRPr sz="6600"/>
            </a:lvl2pPr>
            <a:lvl3pPr>
              <a:defRPr sz="5467"/>
            </a:lvl3pPr>
            <a:lvl4pPr>
              <a:defRPr sz="4934"/>
            </a:lvl4pPr>
            <a:lvl5pPr>
              <a:defRPr sz="4934"/>
            </a:lvl5pPr>
            <a:lvl6pPr>
              <a:defRPr sz="4934"/>
            </a:lvl6pPr>
            <a:lvl7pPr>
              <a:defRPr sz="4934"/>
            </a:lvl7pPr>
            <a:lvl8pPr>
              <a:defRPr sz="4934"/>
            </a:lvl8pPr>
            <a:lvl9pPr>
              <a:defRPr sz="4934"/>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2311361" y="5120642"/>
            <a:ext cx="19385280" cy="14483082"/>
          </a:xfrm>
        </p:spPr>
        <p:txBody>
          <a:bodyPr/>
          <a:lstStyle>
            <a:defPPr>
              <a:defRPr kern="1200"/>
            </a:defPPr>
            <a:lvl1pPr>
              <a:defRPr sz="7667"/>
            </a:lvl1pPr>
            <a:lvl2pPr>
              <a:defRPr sz="6600"/>
            </a:lvl2pPr>
            <a:lvl3pPr>
              <a:defRPr sz="5467"/>
            </a:lvl3pPr>
            <a:lvl4pPr>
              <a:defRPr sz="4934"/>
            </a:lvl4pPr>
            <a:lvl5pPr>
              <a:defRPr sz="4934"/>
            </a:lvl5pPr>
            <a:lvl6pPr>
              <a:defRPr sz="4934"/>
            </a:lvl6pPr>
            <a:lvl7pPr>
              <a:defRPr sz="4934"/>
            </a:lvl7pPr>
            <a:lvl8pPr>
              <a:defRPr sz="4934"/>
            </a:lvl8pPr>
            <a:lvl9pPr>
              <a:defRPr sz="4934"/>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defPPr>
              <a:defRPr kern="1200"/>
            </a:defPPr>
          </a:lstStyle>
          <a:p>
            <a:fld id="{1D3EE5B7-680E-44FF-962F-3113FAB5030E}" type="datetimeFigureOut">
              <a:rPr lang="en-US" smtClean="0"/>
              <a:t>6/23/26</a:t>
            </a:fld>
            <a:endParaRPr lang="en-US"/>
          </a:p>
        </p:txBody>
      </p:sp>
      <p:sp>
        <p:nvSpPr>
          <p:cNvPr id="6" name="Footer Placeholder 5"/>
          <p:cNvSpPr>
            <a:spLocks noGrp="1"/>
          </p:cNvSpPr>
          <p:nvPr>
            <p:ph type="ftr" sz="quarter" idx="11"/>
          </p:nvPr>
        </p:nvSpPr>
        <p:spPr/>
        <p:txBody>
          <a:bodyPr/>
          <a:lstStyle>
            <a:defPPr>
              <a:defRPr kern="1200"/>
            </a:defPPr>
          </a:lstStyle>
          <a:p>
            <a:endParaRPr lang="en-US"/>
          </a:p>
        </p:txBody>
      </p:sp>
      <p:sp>
        <p:nvSpPr>
          <p:cNvPr id="7" name="Slide Number Placeholder 6"/>
          <p:cNvSpPr>
            <a:spLocks noGrp="1"/>
          </p:cNvSpPr>
          <p:nvPr>
            <p:ph type="sldNum" sz="quarter" idx="12"/>
          </p:nvPr>
        </p:nvSpPr>
        <p:spPr/>
        <p:txBody>
          <a:bodyPr/>
          <a:lstStyle>
            <a:defPPr>
              <a:defRPr kern="1200"/>
            </a:defPPr>
          </a:lstStyle>
          <a:p>
            <a:fld id="{E7FB6C12-88B7-467E-AE43-45481E628990}" type="slidenum">
              <a:rPr lang="en-US" smtClean="0"/>
              <a:t>‹#›</a:t>
            </a:fld>
            <a:endParaRPr lang="en-US"/>
          </a:p>
        </p:txBody>
      </p:sp>
    </p:spTree>
    <p:extLst>
      <p:ext uri="{BB962C8B-B14F-4D97-AF65-F5344CB8AC3E}">
        <p14:creationId xmlns:p14="http://schemas.microsoft.com/office/powerpoint/2010/main" val="2558327797"/>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vl1pPr>
              <a:defRPr/>
            </a:lvl1pPr>
          </a:lstStyle>
          <a:p>
            <a:r>
              <a:rPr lang="en-US"/>
              <a:t>Click to edit Master title style</a:t>
            </a:r>
          </a:p>
        </p:txBody>
      </p:sp>
      <p:sp>
        <p:nvSpPr>
          <p:cNvPr id="3" name="Text Placeholder 2"/>
          <p:cNvSpPr>
            <a:spLocks noGrp="1"/>
          </p:cNvSpPr>
          <p:nvPr>
            <p:ph type="body" idx="1"/>
          </p:nvPr>
        </p:nvSpPr>
        <p:spPr>
          <a:xfrm>
            <a:off x="2194560" y="4912362"/>
            <a:ext cx="19392902" cy="2047238"/>
          </a:xfrm>
        </p:spPr>
        <p:txBody>
          <a:bodyPr anchor="b"/>
          <a:lstStyle>
            <a:defPPr>
              <a:defRPr kern="1200"/>
            </a:defPPr>
            <a:lvl1pPr marL="0" indent="0">
              <a:buNone/>
              <a:defRPr sz="6600" b="1"/>
            </a:lvl1pPr>
            <a:lvl2pPr marL="1253758" indent="0">
              <a:buNone/>
              <a:defRPr sz="5467" b="1"/>
            </a:lvl2pPr>
            <a:lvl3pPr marL="2507516" indent="0">
              <a:buNone/>
              <a:defRPr sz="4934" b="1"/>
            </a:lvl3pPr>
            <a:lvl4pPr marL="3761275" indent="0">
              <a:buNone/>
              <a:defRPr sz="4400" b="1"/>
            </a:lvl4pPr>
            <a:lvl5pPr marL="5015033" indent="0">
              <a:buNone/>
              <a:defRPr sz="4400" b="1"/>
            </a:lvl5pPr>
            <a:lvl6pPr marL="6268791" indent="0">
              <a:buNone/>
              <a:defRPr sz="4400" b="1"/>
            </a:lvl6pPr>
            <a:lvl7pPr marL="7522549" indent="0">
              <a:buNone/>
              <a:defRPr sz="4400" b="1"/>
            </a:lvl7pPr>
            <a:lvl8pPr marL="8776307" indent="0">
              <a:buNone/>
              <a:defRPr sz="4400" b="1"/>
            </a:lvl8pPr>
            <a:lvl9pPr marL="10030065" indent="0">
              <a:buNone/>
              <a:defRPr sz="4400" b="1"/>
            </a:lvl9pPr>
          </a:lstStyle>
          <a:p>
            <a:pPr lvl="0"/>
            <a:r>
              <a:rPr lang="en-US"/>
              <a:t>Click to edit Master text styles</a:t>
            </a:r>
          </a:p>
        </p:txBody>
      </p:sp>
      <p:sp>
        <p:nvSpPr>
          <p:cNvPr id="4" name="Content Placeholder 3"/>
          <p:cNvSpPr>
            <a:spLocks noGrp="1"/>
          </p:cNvSpPr>
          <p:nvPr>
            <p:ph sz="half" idx="2"/>
          </p:nvPr>
        </p:nvSpPr>
        <p:spPr>
          <a:xfrm>
            <a:off x="2194560" y="6959600"/>
            <a:ext cx="19392902" cy="12644122"/>
          </a:xfrm>
        </p:spPr>
        <p:txBody>
          <a:bodyPr/>
          <a:lstStyle>
            <a:defPPr>
              <a:defRPr kern="1200"/>
            </a:defPPr>
            <a:lvl1pPr>
              <a:defRPr sz="6600"/>
            </a:lvl1pPr>
            <a:lvl2pPr>
              <a:defRPr sz="5467"/>
            </a:lvl2pPr>
            <a:lvl3pPr>
              <a:defRPr sz="4934"/>
            </a:lvl3pPr>
            <a:lvl4pPr>
              <a:defRPr sz="4400"/>
            </a:lvl4pPr>
            <a:lvl5pPr>
              <a:defRPr sz="4400"/>
            </a:lvl5pPr>
            <a:lvl6pPr>
              <a:defRPr sz="4400"/>
            </a:lvl6pPr>
            <a:lvl7pPr>
              <a:defRPr sz="4400"/>
            </a:lvl7pPr>
            <a:lvl8pPr>
              <a:defRPr sz="4400"/>
            </a:lvl8pPr>
            <a:lvl9pPr>
              <a:defRPr sz="4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2296121" y="4912362"/>
            <a:ext cx="19400520" cy="2047238"/>
          </a:xfrm>
        </p:spPr>
        <p:txBody>
          <a:bodyPr anchor="b"/>
          <a:lstStyle>
            <a:defPPr>
              <a:defRPr kern="1200"/>
            </a:defPPr>
            <a:lvl1pPr marL="0" indent="0">
              <a:buNone/>
              <a:defRPr sz="6600" b="1"/>
            </a:lvl1pPr>
            <a:lvl2pPr marL="1253758" indent="0">
              <a:buNone/>
              <a:defRPr sz="5467" b="1"/>
            </a:lvl2pPr>
            <a:lvl3pPr marL="2507516" indent="0">
              <a:buNone/>
              <a:defRPr sz="4934" b="1"/>
            </a:lvl3pPr>
            <a:lvl4pPr marL="3761275" indent="0">
              <a:buNone/>
              <a:defRPr sz="4400" b="1"/>
            </a:lvl4pPr>
            <a:lvl5pPr marL="5015033" indent="0">
              <a:buNone/>
              <a:defRPr sz="4400" b="1"/>
            </a:lvl5pPr>
            <a:lvl6pPr marL="6268791" indent="0">
              <a:buNone/>
              <a:defRPr sz="4400" b="1"/>
            </a:lvl6pPr>
            <a:lvl7pPr marL="7522549" indent="0">
              <a:buNone/>
              <a:defRPr sz="4400" b="1"/>
            </a:lvl7pPr>
            <a:lvl8pPr marL="8776307" indent="0">
              <a:buNone/>
              <a:defRPr sz="4400" b="1"/>
            </a:lvl8pPr>
            <a:lvl9pPr marL="10030065" indent="0">
              <a:buNone/>
              <a:defRPr sz="4400" b="1"/>
            </a:lvl9pPr>
          </a:lstStyle>
          <a:p>
            <a:pPr lvl="0"/>
            <a:r>
              <a:rPr lang="en-US"/>
              <a:t>Click to edit Master text styles</a:t>
            </a:r>
          </a:p>
        </p:txBody>
      </p:sp>
      <p:sp>
        <p:nvSpPr>
          <p:cNvPr id="6" name="Content Placeholder 5"/>
          <p:cNvSpPr>
            <a:spLocks noGrp="1"/>
          </p:cNvSpPr>
          <p:nvPr>
            <p:ph sz="quarter" idx="4"/>
          </p:nvPr>
        </p:nvSpPr>
        <p:spPr>
          <a:xfrm>
            <a:off x="22296121" y="6959600"/>
            <a:ext cx="19400520" cy="12644122"/>
          </a:xfrm>
        </p:spPr>
        <p:txBody>
          <a:bodyPr/>
          <a:lstStyle>
            <a:defPPr>
              <a:defRPr kern="1200"/>
            </a:defPPr>
            <a:lvl1pPr>
              <a:defRPr sz="6600"/>
            </a:lvl1pPr>
            <a:lvl2pPr>
              <a:defRPr sz="5467"/>
            </a:lvl2pPr>
            <a:lvl3pPr>
              <a:defRPr sz="4934"/>
            </a:lvl3pPr>
            <a:lvl4pPr>
              <a:defRPr sz="4400"/>
            </a:lvl4pPr>
            <a:lvl5pPr>
              <a:defRPr sz="4400"/>
            </a:lvl5pPr>
            <a:lvl6pPr>
              <a:defRPr sz="4400"/>
            </a:lvl6pPr>
            <a:lvl7pPr>
              <a:defRPr sz="4400"/>
            </a:lvl7pPr>
            <a:lvl8pPr>
              <a:defRPr sz="4400"/>
            </a:lvl8pPr>
            <a:lvl9pPr>
              <a:defRPr sz="4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defPPr>
              <a:defRPr kern="1200"/>
            </a:defPPr>
          </a:lstStyle>
          <a:p>
            <a:fld id="{1D3EE5B7-680E-44FF-962F-3113FAB5030E}" type="datetimeFigureOut">
              <a:rPr lang="en-US" smtClean="0"/>
              <a:t>6/23/26</a:t>
            </a:fld>
            <a:endParaRPr lang="en-US"/>
          </a:p>
        </p:txBody>
      </p:sp>
      <p:sp>
        <p:nvSpPr>
          <p:cNvPr id="8" name="Footer Placeholder 7"/>
          <p:cNvSpPr>
            <a:spLocks noGrp="1"/>
          </p:cNvSpPr>
          <p:nvPr>
            <p:ph type="ftr" sz="quarter" idx="11"/>
          </p:nvPr>
        </p:nvSpPr>
        <p:spPr/>
        <p:txBody>
          <a:bodyPr/>
          <a:lstStyle>
            <a:defPPr>
              <a:defRPr kern="1200"/>
            </a:defPPr>
          </a:lstStyle>
          <a:p>
            <a:endParaRPr lang="en-US"/>
          </a:p>
        </p:txBody>
      </p:sp>
      <p:sp>
        <p:nvSpPr>
          <p:cNvPr id="9" name="Slide Number Placeholder 8"/>
          <p:cNvSpPr>
            <a:spLocks noGrp="1"/>
          </p:cNvSpPr>
          <p:nvPr>
            <p:ph type="sldNum" sz="quarter" idx="12"/>
          </p:nvPr>
        </p:nvSpPr>
        <p:spPr/>
        <p:txBody>
          <a:bodyPr/>
          <a:lstStyle>
            <a:defPPr>
              <a:defRPr kern="1200"/>
            </a:defPPr>
          </a:lstStyle>
          <a:p>
            <a:fld id="{E7FB6C12-88B7-467E-AE43-45481E628990}" type="slidenum">
              <a:rPr lang="en-US" smtClean="0"/>
              <a:t>‹#›</a:t>
            </a:fld>
            <a:endParaRPr lang="en-US"/>
          </a:p>
        </p:txBody>
      </p:sp>
    </p:spTree>
    <p:extLst>
      <p:ext uri="{BB962C8B-B14F-4D97-AF65-F5344CB8AC3E}">
        <p14:creationId xmlns:p14="http://schemas.microsoft.com/office/powerpoint/2010/main" val="2134033029"/>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Date Placeholder 2"/>
          <p:cNvSpPr>
            <a:spLocks noGrp="1"/>
          </p:cNvSpPr>
          <p:nvPr>
            <p:ph type="dt" sz="half" idx="10"/>
          </p:nvPr>
        </p:nvSpPr>
        <p:spPr/>
        <p:txBody>
          <a:bodyPr/>
          <a:lstStyle>
            <a:defPPr>
              <a:defRPr kern="1200"/>
            </a:defPPr>
          </a:lstStyle>
          <a:p>
            <a:fld id="{1D3EE5B7-680E-44FF-962F-3113FAB5030E}" type="datetimeFigureOut">
              <a:rPr lang="en-US" smtClean="0"/>
              <a:t>6/23/26</a:t>
            </a:fld>
            <a:endParaRPr lang="en-US"/>
          </a:p>
        </p:txBody>
      </p:sp>
      <p:sp>
        <p:nvSpPr>
          <p:cNvPr id="4" name="Footer Placeholder 3"/>
          <p:cNvSpPr>
            <a:spLocks noGrp="1"/>
          </p:cNvSpPr>
          <p:nvPr>
            <p:ph type="ftr" sz="quarter" idx="11"/>
          </p:nvPr>
        </p:nvSpPr>
        <p:spPr/>
        <p:txBody>
          <a:bodyPr/>
          <a:lstStyle>
            <a:defPPr>
              <a:defRPr kern="1200"/>
            </a:defPPr>
          </a:lstStyle>
          <a:p>
            <a:endParaRPr lang="en-US"/>
          </a:p>
        </p:txBody>
      </p:sp>
      <p:sp>
        <p:nvSpPr>
          <p:cNvPr id="5" name="Slide Number Placeholder 4"/>
          <p:cNvSpPr>
            <a:spLocks noGrp="1"/>
          </p:cNvSpPr>
          <p:nvPr>
            <p:ph type="sldNum" sz="quarter" idx="12"/>
          </p:nvPr>
        </p:nvSpPr>
        <p:spPr/>
        <p:txBody>
          <a:bodyPr/>
          <a:lstStyle>
            <a:defPPr>
              <a:defRPr kern="1200"/>
            </a:defPPr>
          </a:lstStyle>
          <a:p>
            <a:fld id="{E7FB6C12-88B7-467E-AE43-45481E628990}" type="slidenum">
              <a:rPr lang="en-US" smtClean="0"/>
              <a:t>‹#›</a:t>
            </a:fld>
            <a:endParaRPr lang="en-US"/>
          </a:p>
        </p:txBody>
      </p:sp>
    </p:spTree>
    <p:extLst>
      <p:ext uri="{BB962C8B-B14F-4D97-AF65-F5344CB8AC3E}">
        <p14:creationId xmlns:p14="http://schemas.microsoft.com/office/powerpoint/2010/main" val="3335114502"/>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defPPr>
              <a:defRPr kern="1200"/>
            </a:defPPr>
          </a:lstStyle>
          <a:p>
            <a:fld id="{1D3EE5B7-680E-44FF-962F-3113FAB5030E}" type="datetimeFigureOut">
              <a:rPr lang="en-US" smtClean="0"/>
              <a:t>6/23/26</a:t>
            </a:fld>
            <a:endParaRPr lang="en-US"/>
          </a:p>
        </p:txBody>
      </p:sp>
      <p:sp>
        <p:nvSpPr>
          <p:cNvPr id="3" name="Footer Placeholder 2"/>
          <p:cNvSpPr>
            <a:spLocks noGrp="1"/>
          </p:cNvSpPr>
          <p:nvPr>
            <p:ph type="ftr" sz="quarter" idx="11"/>
          </p:nvPr>
        </p:nvSpPr>
        <p:spPr/>
        <p:txBody>
          <a:bodyPr/>
          <a:lstStyle>
            <a:defPPr>
              <a:defRPr kern="1200"/>
            </a:defPPr>
          </a:lstStyle>
          <a:p>
            <a:endParaRPr lang="en-US"/>
          </a:p>
        </p:txBody>
      </p:sp>
      <p:sp>
        <p:nvSpPr>
          <p:cNvPr id="4" name="Slide Number Placeholder 3"/>
          <p:cNvSpPr>
            <a:spLocks noGrp="1"/>
          </p:cNvSpPr>
          <p:nvPr>
            <p:ph type="sldNum" sz="quarter" idx="12"/>
          </p:nvPr>
        </p:nvSpPr>
        <p:spPr/>
        <p:txBody>
          <a:bodyPr/>
          <a:lstStyle>
            <a:defPPr>
              <a:defRPr kern="1200"/>
            </a:defPPr>
          </a:lstStyle>
          <a:p>
            <a:fld id="{E7FB6C12-88B7-467E-AE43-45481E628990}" type="slidenum">
              <a:rPr lang="en-US" smtClean="0"/>
              <a:t>‹#›</a:t>
            </a:fld>
            <a:endParaRPr lang="en-US"/>
          </a:p>
        </p:txBody>
      </p:sp>
    </p:spTree>
    <p:extLst>
      <p:ext uri="{BB962C8B-B14F-4D97-AF65-F5344CB8AC3E}">
        <p14:creationId xmlns:p14="http://schemas.microsoft.com/office/powerpoint/2010/main" val="3984814781"/>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94567" y="873760"/>
            <a:ext cx="14439902" cy="3718560"/>
          </a:xfrm>
        </p:spPr>
        <p:txBody>
          <a:bodyPr anchor="b"/>
          <a:lstStyle>
            <a:defPPr>
              <a:defRPr kern="1200"/>
            </a:defPPr>
            <a:lvl1pPr algn="l">
              <a:defRPr sz="5467" b="1"/>
            </a:lvl1pPr>
          </a:lstStyle>
          <a:p>
            <a:r>
              <a:rPr lang="en-US"/>
              <a:t>Click to edit Master title style</a:t>
            </a:r>
          </a:p>
        </p:txBody>
      </p:sp>
      <p:sp>
        <p:nvSpPr>
          <p:cNvPr id="3" name="Content Placeholder 2"/>
          <p:cNvSpPr>
            <a:spLocks noGrp="1"/>
          </p:cNvSpPr>
          <p:nvPr>
            <p:ph idx="1"/>
          </p:nvPr>
        </p:nvSpPr>
        <p:spPr>
          <a:xfrm>
            <a:off x="17160239" y="873761"/>
            <a:ext cx="24536400" cy="18729961"/>
          </a:xfrm>
        </p:spPr>
        <p:txBody>
          <a:bodyPr/>
          <a:lstStyle>
            <a:defPPr>
              <a:defRPr kern="1200"/>
            </a:defPPr>
            <a:lvl1pPr>
              <a:defRPr sz="8800"/>
            </a:lvl1pPr>
            <a:lvl2pPr>
              <a:defRPr sz="7667"/>
            </a:lvl2pPr>
            <a:lvl3pPr>
              <a:defRPr sz="6600"/>
            </a:lvl3pPr>
            <a:lvl4pPr>
              <a:defRPr sz="5467"/>
            </a:lvl4pPr>
            <a:lvl5pPr>
              <a:defRPr sz="5467"/>
            </a:lvl5pPr>
            <a:lvl6pPr>
              <a:defRPr sz="5467"/>
            </a:lvl6pPr>
            <a:lvl7pPr>
              <a:defRPr sz="5467"/>
            </a:lvl7pPr>
            <a:lvl8pPr>
              <a:defRPr sz="5467"/>
            </a:lvl8pPr>
            <a:lvl9pPr>
              <a:defRPr sz="54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194567" y="4592321"/>
            <a:ext cx="14439902" cy="15011402"/>
          </a:xfrm>
        </p:spPr>
        <p:txBody>
          <a:bodyPr/>
          <a:lstStyle>
            <a:defPPr>
              <a:defRPr kern="1200"/>
            </a:defPPr>
            <a:lvl1pPr marL="0" indent="0">
              <a:buNone/>
              <a:defRPr sz="3867"/>
            </a:lvl1pPr>
            <a:lvl2pPr marL="1253758" indent="0">
              <a:buNone/>
              <a:defRPr sz="3267"/>
            </a:lvl2pPr>
            <a:lvl3pPr marL="2507516" indent="0">
              <a:buNone/>
              <a:defRPr sz="2733"/>
            </a:lvl3pPr>
            <a:lvl4pPr marL="3761275" indent="0">
              <a:buNone/>
              <a:defRPr sz="2467"/>
            </a:lvl4pPr>
            <a:lvl5pPr marL="5015033" indent="0">
              <a:buNone/>
              <a:defRPr sz="2467"/>
            </a:lvl5pPr>
            <a:lvl6pPr marL="6268791" indent="0">
              <a:buNone/>
              <a:defRPr sz="2467"/>
            </a:lvl6pPr>
            <a:lvl7pPr marL="7522549" indent="0">
              <a:buNone/>
              <a:defRPr sz="2467"/>
            </a:lvl7pPr>
            <a:lvl8pPr marL="8776307" indent="0">
              <a:buNone/>
              <a:defRPr sz="2467"/>
            </a:lvl8pPr>
            <a:lvl9pPr marL="10030065" indent="0">
              <a:buNone/>
              <a:defRPr sz="2467"/>
            </a:lvl9pPr>
          </a:lstStyle>
          <a:p>
            <a:pPr lvl="0"/>
            <a:r>
              <a:rPr lang="en-US"/>
              <a:t>Click to edit Master text styles</a:t>
            </a:r>
          </a:p>
        </p:txBody>
      </p:sp>
      <p:sp>
        <p:nvSpPr>
          <p:cNvPr id="5" name="Date Placeholder 4"/>
          <p:cNvSpPr>
            <a:spLocks noGrp="1"/>
          </p:cNvSpPr>
          <p:nvPr>
            <p:ph type="dt" sz="half" idx="10"/>
          </p:nvPr>
        </p:nvSpPr>
        <p:spPr/>
        <p:txBody>
          <a:bodyPr/>
          <a:lstStyle>
            <a:defPPr>
              <a:defRPr kern="1200"/>
            </a:defPPr>
          </a:lstStyle>
          <a:p>
            <a:fld id="{1D3EE5B7-680E-44FF-962F-3113FAB5030E}" type="datetimeFigureOut">
              <a:rPr lang="en-US" smtClean="0"/>
              <a:t>6/23/26</a:t>
            </a:fld>
            <a:endParaRPr lang="en-US"/>
          </a:p>
        </p:txBody>
      </p:sp>
      <p:sp>
        <p:nvSpPr>
          <p:cNvPr id="6" name="Footer Placeholder 5"/>
          <p:cNvSpPr>
            <a:spLocks noGrp="1"/>
          </p:cNvSpPr>
          <p:nvPr>
            <p:ph type="ftr" sz="quarter" idx="11"/>
          </p:nvPr>
        </p:nvSpPr>
        <p:spPr/>
        <p:txBody>
          <a:bodyPr/>
          <a:lstStyle>
            <a:defPPr>
              <a:defRPr kern="1200"/>
            </a:defPPr>
          </a:lstStyle>
          <a:p>
            <a:endParaRPr lang="en-US"/>
          </a:p>
        </p:txBody>
      </p:sp>
      <p:sp>
        <p:nvSpPr>
          <p:cNvPr id="7" name="Slide Number Placeholder 6"/>
          <p:cNvSpPr>
            <a:spLocks noGrp="1"/>
          </p:cNvSpPr>
          <p:nvPr>
            <p:ph type="sldNum" sz="quarter" idx="12"/>
          </p:nvPr>
        </p:nvSpPr>
        <p:spPr/>
        <p:txBody>
          <a:bodyPr/>
          <a:lstStyle>
            <a:defPPr>
              <a:defRPr kern="1200"/>
            </a:defPPr>
          </a:lstStyle>
          <a:p>
            <a:fld id="{E7FB6C12-88B7-467E-AE43-45481E628990}" type="slidenum">
              <a:rPr lang="en-US" smtClean="0"/>
              <a:t>‹#›</a:t>
            </a:fld>
            <a:endParaRPr lang="en-US"/>
          </a:p>
        </p:txBody>
      </p:sp>
    </p:spTree>
    <p:extLst>
      <p:ext uri="{BB962C8B-B14F-4D97-AF65-F5344CB8AC3E}">
        <p14:creationId xmlns:p14="http://schemas.microsoft.com/office/powerpoint/2010/main" val="2636449707"/>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02983" y="15361920"/>
            <a:ext cx="26334721" cy="1813562"/>
          </a:xfrm>
        </p:spPr>
        <p:txBody>
          <a:bodyPr anchor="b"/>
          <a:lstStyle>
            <a:defPPr>
              <a:defRPr kern="1200"/>
            </a:defPPr>
            <a:lvl1pPr algn="l">
              <a:defRPr sz="5467" b="1"/>
            </a:lvl1pPr>
          </a:lstStyle>
          <a:p>
            <a:r>
              <a:rPr lang="en-US"/>
              <a:t>Click to edit Master title style</a:t>
            </a:r>
          </a:p>
        </p:txBody>
      </p:sp>
      <p:sp>
        <p:nvSpPr>
          <p:cNvPr id="3" name="Picture Placeholder 2"/>
          <p:cNvSpPr>
            <a:spLocks noGrp="1"/>
          </p:cNvSpPr>
          <p:nvPr>
            <p:ph type="pic" idx="1"/>
          </p:nvPr>
        </p:nvSpPr>
        <p:spPr>
          <a:xfrm>
            <a:off x="8602983" y="1960881"/>
            <a:ext cx="26334721" cy="13167359"/>
          </a:xfrm>
        </p:spPr>
        <p:txBody>
          <a:bodyPr/>
          <a:lstStyle>
            <a:defPPr>
              <a:defRPr kern="1200"/>
            </a:defPPr>
            <a:lvl1pPr marL="0" indent="0">
              <a:buNone/>
              <a:defRPr sz="8800"/>
            </a:lvl1pPr>
            <a:lvl2pPr marL="1253758" indent="0">
              <a:buNone/>
              <a:defRPr sz="7667"/>
            </a:lvl2pPr>
            <a:lvl3pPr marL="2507516" indent="0">
              <a:buNone/>
              <a:defRPr sz="6600"/>
            </a:lvl3pPr>
            <a:lvl4pPr marL="3761275" indent="0">
              <a:buNone/>
              <a:defRPr sz="5467"/>
            </a:lvl4pPr>
            <a:lvl5pPr marL="5015033" indent="0">
              <a:buNone/>
              <a:defRPr sz="5467"/>
            </a:lvl5pPr>
            <a:lvl6pPr marL="6268791" indent="0">
              <a:buNone/>
              <a:defRPr sz="5467"/>
            </a:lvl6pPr>
            <a:lvl7pPr marL="7522549" indent="0">
              <a:buNone/>
              <a:defRPr sz="5467"/>
            </a:lvl7pPr>
            <a:lvl8pPr marL="8776307" indent="0">
              <a:buNone/>
              <a:defRPr sz="5467"/>
            </a:lvl8pPr>
            <a:lvl9pPr marL="10030065" indent="0">
              <a:buNone/>
              <a:defRPr sz="5467"/>
            </a:lvl9pPr>
          </a:lstStyle>
          <a:p>
            <a:endParaRPr lang="en-US"/>
          </a:p>
        </p:txBody>
      </p:sp>
      <p:sp>
        <p:nvSpPr>
          <p:cNvPr id="4" name="Text Placeholder 3"/>
          <p:cNvSpPr>
            <a:spLocks noGrp="1"/>
          </p:cNvSpPr>
          <p:nvPr>
            <p:ph type="body" sz="half" idx="2"/>
          </p:nvPr>
        </p:nvSpPr>
        <p:spPr>
          <a:xfrm>
            <a:off x="8602983" y="17175482"/>
            <a:ext cx="26334721" cy="2575558"/>
          </a:xfrm>
        </p:spPr>
        <p:txBody>
          <a:bodyPr/>
          <a:lstStyle>
            <a:defPPr>
              <a:defRPr kern="1200"/>
            </a:defPPr>
            <a:lvl1pPr marL="0" indent="0">
              <a:buNone/>
              <a:defRPr sz="3867"/>
            </a:lvl1pPr>
            <a:lvl2pPr marL="1253758" indent="0">
              <a:buNone/>
              <a:defRPr sz="3267"/>
            </a:lvl2pPr>
            <a:lvl3pPr marL="2507516" indent="0">
              <a:buNone/>
              <a:defRPr sz="2733"/>
            </a:lvl3pPr>
            <a:lvl4pPr marL="3761275" indent="0">
              <a:buNone/>
              <a:defRPr sz="2467"/>
            </a:lvl4pPr>
            <a:lvl5pPr marL="5015033" indent="0">
              <a:buNone/>
              <a:defRPr sz="2467"/>
            </a:lvl5pPr>
            <a:lvl6pPr marL="6268791" indent="0">
              <a:buNone/>
              <a:defRPr sz="2467"/>
            </a:lvl6pPr>
            <a:lvl7pPr marL="7522549" indent="0">
              <a:buNone/>
              <a:defRPr sz="2467"/>
            </a:lvl7pPr>
            <a:lvl8pPr marL="8776307" indent="0">
              <a:buNone/>
              <a:defRPr sz="2467"/>
            </a:lvl8pPr>
            <a:lvl9pPr marL="10030065" indent="0">
              <a:buNone/>
              <a:defRPr sz="2467"/>
            </a:lvl9pPr>
          </a:lstStyle>
          <a:p>
            <a:pPr lvl="0"/>
            <a:r>
              <a:rPr lang="en-US"/>
              <a:t>Click to edit Master text styles</a:t>
            </a:r>
          </a:p>
        </p:txBody>
      </p:sp>
      <p:sp>
        <p:nvSpPr>
          <p:cNvPr id="5" name="Date Placeholder 4"/>
          <p:cNvSpPr>
            <a:spLocks noGrp="1"/>
          </p:cNvSpPr>
          <p:nvPr>
            <p:ph type="dt" sz="half" idx="10"/>
          </p:nvPr>
        </p:nvSpPr>
        <p:spPr/>
        <p:txBody>
          <a:bodyPr/>
          <a:lstStyle>
            <a:defPPr>
              <a:defRPr kern="1200"/>
            </a:defPPr>
          </a:lstStyle>
          <a:p>
            <a:fld id="{1D3EE5B7-680E-44FF-962F-3113FAB5030E}" type="datetimeFigureOut">
              <a:rPr lang="en-US" smtClean="0"/>
              <a:t>6/23/26</a:t>
            </a:fld>
            <a:endParaRPr lang="en-US"/>
          </a:p>
        </p:txBody>
      </p:sp>
      <p:sp>
        <p:nvSpPr>
          <p:cNvPr id="6" name="Footer Placeholder 5"/>
          <p:cNvSpPr>
            <a:spLocks noGrp="1"/>
          </p:cNvSpPr>
          <p:nvPr>
            <p:ph type="ftr" sz="quarter" idx="11"/>
          </p:nvPr>
        </p:nvSpPr>
        <p:spPr/>
        <p:txBody>
          <a:bodyPr/>
          <a:lstStyle>
            <a:defPPr>
              <a:defRPr kern="1200"/>
            </a:defPPr>
          </a:lstStyle>
          <a:p>
            <a:endParaRPr lang="en-US"/>
          </a:p>
        </p:txBody>
      </p:sp>
      <p:sp>
        <p:nvSpPr>
          <p:cNvPr id="7" name="Slide Number Placeholder 6"/>
          <p:cNvSpPr>
            <a:spLocks noGrp="1"/>
          </p:cNvSpPr>
          <p:nvPr>
            <p:ph type="sldNum" sz="quarter" idx="12"/>
          </p:nvPr>
        </p:nvSpPr>
        <p:spPr/>
        <p:txBody>
          <a:bodyPr/>
          <a:lstStyle>
            <a:defPPr>
              <a:defRPr kern="1200"/>
            </a:defPPr>
          </a:lstStyle>
          <a:p>
            <a:fld id="{E7FB6C12-88B7-467E-AE43-45481E628990}" type="slidenum">
              <a:rPr lang="en-US" smtClean="0"/>
              <a:t>‹#›</a:t>
            </a:fld>
            <a:endParaRPr lang="en-US"/>
          </a:p>
        </p:txBody>
      </p:sp>
    </p:spTree>
    <p:extLst>
      <p:ext uri="{BB962C8B-B14F-4D97-AF65-F5344CB8AC3E}">
        <p14:creationId xmlns:p14="http://schemas.microsoft.com/office/powerpoint/2010/main" val="1096626189"/>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Vertical Text Placeholder 2"/>
          <p:cNvSpPr>
            <a:spLocks noGrp="1"/>
          </p:cNvSpPr>
          <p:nvPr>
            <p:ph type="body" orient="vert" idx="1"/>
          </p:nvPr>
        </p:nvSpPr>
        <p:spPr/>
        <p:txBody>
          <a:bodyPr vert="eaVert"/>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defPPr>
              <a:defRPr kern="1200"/>
            </a:defPPr>
          </a:lstStyle>
          <a:p>
            <a:fld id="{1D3EE5B7-680E-44FF-962F-3113FAB5030E}" type="datetimeFigureOut">
              <a:rPr lang="en-US" smtClean="0"/>
              <a:t>6/23/26</a:t>
            </a:fld>
            <a:endParaRPr lang="en-US"/>
          </a:p>
        </p:txBody>
      </p:sp>
      <p:sp>
        <p:nvSpPr>
          <p:cNvPr id="5" name="Footer Placeholder 4"/>
          <p:cNvSpPr>
            <a:spLocks noGrp="1"/>
          </p:cNvSpPr>
          <p:nvPr>
            <p:ph type="ftr" sz="quarter" idx="11"/>
          </p:nvPr>
        </p:nvSpPr>
        <p:spPr/>
        <p:txBody>
          <a:bodyPr/>
          <a:lstStyle>
            <a:defPPr>
              <a:defRPr kern="1200"/>
            </a:defPPr>
          </a:lstStyle>
          <a:p>
            <a:endParaRPr lang="en-US"/>
          </a:p>
        </p:txBody>
      </p:sp>
      <p:sp>
        <p:nvSpPr>
          <p:cNvPr id="6" name="Slide Number Placeholder 5"/>
          <p:cNvSpPr>
            <a:spLocks noGrp="1"/>
          </p:cNvSpPr>
          <p:nvPr>
            <p:ph type="sldNum" sz="quarter" idx="12"/>
          </p:nvPr>
        </p:nvSpPr>
        <p:spPr/>
        <p:txBody>
          <a:bodyPr/>
          <a:lstStyle>
            <a:defPPr>
              <a:defRPr kern="1200"/>
            </a:defPPr>
          </a:lstStyle>
          <a:p>
            <a:fld id="{E7FB6C12-88B7-467E-AE43-45481E628990}" type="slidenum">
              <a:rPr lang="en-US" smtClean="0"/>
              <a:t>‹#›</a:t>
            </a:fld>
            <a:endParaRPr lang="en-US"/>
          </a:p>
        </p:txBody>
      </p:sp>
    </p:spTree>
    <p:extLst>
      <p:ext uri="{BB962C8B-B14F-4D97-AF65-F5344CB8AC3E}">
        <p14:creationId xmlns:p14="http://schemas.microsoft.com/office/powerpoint/2010/main" val="3005524836"/>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1821121" y="878843"/>
            <a:ext cx="9875520" cy="18724880"/>
          </a:xfrm>
        </p:spPr>
        <p:txBody>
          <a:bodyPr vert="eaVert"/>
          <a:lstStyle>
            <a:defPPr>
              <a:defRPr kern="1200"/>
            </a:defPPr>
          </a:lstStyle>
          <a:p>
            <a:r>
              <a:rPr lang="en-US"/>
              <a:t>Click to edit Master title style</a:t>
            </a:r>
          </a:p>
        </p:txBody>
      </p:sp>
      <p:sp>
        <p:nvSpPr>
          <p:cNvPr id="3" name="Vertical Text Placeholder 2"/>
          <p:cNvSpPr>
            <a:spLocks noGrp="1"/>
          </p:cNvSpPr>
          <p:nvPr>
            <p:ph type="body" orient="vert" idx="1"/>
          </p:nvPr>
        </p:nvSpPr>
        <p:spPr>
          <a:xfrm>
            <a:off x="2194561" y="878843"/>
            <a:ext cx="28895039" cy="18724880"/>
          </a:xfrm>
        </p:spPr>
        <p:txBody>
          <a:bodyPr vert="eaVert"/>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defPPr>
              <a:defRPr kern="1200"/>
            </a:defPPr>
          </a:lstStyle>
          <a:p>
            <a:fld id="{1D3EE5B7-680E-44FF-962F-3113FAB5030E}" type="datetimeFigureOut">
              <a:rPr lang="en-US" smtClean="0"/>
              <a:t>6/23/26</a:t>
            </a:fld>
            <a:endParaRPr lang="en-US"/>
          </a:p>
        </p:txBody>
      </p:sp>
      <p:sp>
        <p:nvSpPr>
          <p:cNvPr id="5" name="Footer Placeholder 4"/>
          <p:cNvSpPr>
            <a:spLocks noGrp="1"/>
          </p:cNvSpPr>
          <p:nvPr>
            <p:ph type="ftr" sz="quarter" idx="11"/>
          </p:nvPr>
        </p:nvSpPr>
        <p:spPr/>
        <p:txBody>
          <a:bodyPr/>
          <a:lstStyle>
            <a:defPPr>
              <a:defRPr kern="1200"/>
            </a:defPPr>
          </a:lstStyle>
          <a:p>
            <a:endParaRPr lang="en-US"/>
          </a:p>
        </p:txBody>
      </p:sp>
      <p:sp>
        <p:nvSpPr>
          <p:cNvPr id="6" name="Slide Number Placeholder 5"/>
          <p:cNvSpPr>
            <a:spLocks noGrp="1"/>
          </p:cNvSpPr>
          <p:nvPr>
            <p:ph type="sldNum" sz="quarter" idx="12"/>
          </p:nvPr>
        </p:nvSpPr>
        <p:spPr/>
        <p:txBody>
          <a:bodyPr/>
          <a:lstStyle>
            <a:defPPr>
              <a:defRPr kern="1200"/>
            </a:defPPr>
          </a:lstStyle>
          <a:p>
            <a:fld id="{E7FB6C12-88B7-467E-AE43-45481E628990}" type="slidenum">
              <a:rPr lang="en-US" smtClean="0"/>
              <a:t>‹#›</a:t>
            </a:fld>
            <a:endParaRPr lang="en-US"/>
          </a:p>
        </p:txBody>
      </p:sp>
    </p:spTree>
    <p:extLst>
      <p:ext uri="{BB962C8B-B14F-4D97-AF65-F5344CB8AC3E}">
        <p14:creationId xmlns:p14="http://schemas.microsoft.com/office/powerpoint/2010/main" val="434872284"/>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194561" y="878842"/>
            <a:ext cx="39502079" cy="3657600"/>
          </a:xfrm>
          <a:prstGeom prst="rect">
            <a:avLst/>
          </a:prstGeom>
        </p:spPr>
        <p:txBody>
          <a:bodyPr vert="horz" lIns="376108" tIns="188056" rIns="376108" bIns="188056" rtlCol="0" anchor="ctr">
            <a:normAutofit/>
          </a:bodyPr>
          <a:lstStyle>
            <a:defPPr>
              <a:defRPr kern="1200"/>
            </a:defPPr>
          </a:lstStyle>
          <a:p>
            <a:r>
              <a:rPr lang="en-US"/>
              <a:t>Click to edit Master title style</a:t>
            </a:r>
          </a:p>
        </p:txBody>
      </p:sp>
      <p:sp>
        <p:nvSpPr>
          <p:cNvPr id="3" name="Text Placeholder 2"/>
          <p:cNvSpPr>
            <a:spLocks noGrp="1"/>
          </p:cNvSpPr>
          <p:nvPr>
            <p:ph type="body" idx="1"/>
          </p:nvPr>
        </p:nvSpPr>
        <p:spPr>
          <a:xfrm>
            <a:off x="2194561" y="5120642"/>
            <a:ext cx="39502079" cy="14483082"/>
          </a:xfrm>
          <a:prstGeom prst="rect">
            <a:avLst/>
          </a:prstGeom>
        </p:spPr>
        <p:txBody>
          <a:bodyPr vert="horz" lIns="376108" tIns="188056" rIns="376108" bIns="188056" rtlCol="0">
            <a:normAutofit/>
          </a:bodyPr>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2194560" y="20340324"/>
            <a:ext cx="10241280" cy="1168400"/>
          </a:xfrm>
          <a:prstGeom prst="rect">
            <a:avLst/>
          </a:prstGeom>
        </p:spPr>
        <p:txBody>
          <a:bodyPr vert="horz" lIns="376108" tIns="188056" rIns="376108" bIns="188056" rtlCol="0" anchor="ctr"/>
          <a:lstStyle>
            <a:defPPr>
              <a:defRPr kern="1200"/>
            </a:defPPr>
            <a:lvl1pPr algn="l">
              <a:defRPr sz="3267">
                <a:solidFill>
                  <a:schemeClr val="tx1">
                    <a:tint val="75000"/>
                  </a:schemeClr>
                </a:solidFill>
              </a:defRPr>
            </a:lvl1pPr>
          </a:lstStyle>
          <a:p>
            <a:fld id="{1D3EE5B7-680E-44FF-962F-3113FAB5030E}" type="datetimeFigureOut">
              <a:rPr lang="en-US" smtClean="0"/>
              <a:t>6/23/26</a:t>
            </a:fld>
            <a:endParaRPr lang="en-US"/>
          </a:p>
        </p:txBody>
      </p:sp>
      <p:sp>
        <p:nvSpPr>
          <p:cNvPr id="5" name="Footer Placeholder 4"/>
          <p:cNvSpPr>
            <a:spLocks noGrp="1"/>
          </p:cNvSpPr>
          <p:nvPr>
            <p:ph type="ftr" sz="quarter" idx="3"/>
          </p:nvPr>
        </p:nvSpPr>
        <p:spPr>
          <a:xfrm>
            <a:off x="14996161" y="20340324"/>
            <a:ext cx="13898880" cy="1168400"/>
          </a:xfrm>
          <a:prstGeom prst="rect">
            <a:avLst/>
          </a:prstGeom>
        </p:spPr>
        <p:txBody>
          <a:bodyPr vert="horz" lIns="376108" tIns="188056" rIns="376108" bIns="188056" rtlCol="0" anchor="ctr"/>
          <a:lstStyle>
            <a:defPPr>
              <a:defRPr kern="1200"/>
            </a:defPPr>
            <a:lvl1pPr algn="ctr">
              <a:defRPr sz="3267">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31455361" y="20340324"/>
            <a:ext cx="10241280" cy="1168400"/>
          </a:xfrm>
          <a:prstGeom prst="rect">
            <a:avLst/>
          </a:prstGeom>
        </p:spPr>
        <p:txBody>
          <a:bodyPr vert="horz" lIns="376108" tIns="188056" rIns="376108" bIns="188056" rtlCol="0" anchor="ctr"/>
          <a:lstStyle>
            <a:defPPr>
              <a:defRPr kern="1200"/>
            </a:defPPr>
            <a:lvl1pPr algn="r">
              <a:defRPr sz="3267">
                <a:solidFill>
                  <a:schemeClr val="tx1">
                    <a:tint val="75000"/>
                  </a:schemeClr>
                </a:solidFill>
              </a:defRPr>
            </a:lvl1pPr>
          </a:lstStyle>
          <a:p>
            <a:fld id="{E7FB6C12-88B7-467E-AE43-45481E628990}" type="slidenum">
              <a:rPr lang="en-US" smtClean="0"/>
              <a:t>‹#›</a:t>
            </a:fld>
            <a:endParaRPr lang="en-US"/>
          </a:p>
        </p:txBody>
      </p:sp>
      <p:pic>
        <p:nvPicPr>
          <p:cNvPr id="7" name="New picture"/>
          <p:cNvPicPr/>
          <p:nvPr/>
        </p:nvPicPr>
        <p:blipFill>
          <a:blip r:embed="rId13"/>
          <a:stretch>
            <a:fillRect/>
          </a:stretch>
        </p:blipFill>
        <p:spPr>
          <a:xfrm rot="16200000">
            <a:off x="-11074400" y="10972800"/>
            <a:ext cx="14274800" cy="3937000"/>
          </a:xfrm>
          <a:prstGeom prst="rect">
            <a:avLst/>
          </a:prstGeom>
        </p:spPr>
      </p:pic>
      <p:pic>
        <p:nvPicPr>
          <p:cNvPr id="8" name="New picture"/>
          <p:cNvPicPr/>
          <p:nvPr/>
        </p:nvPicPr>
        <p:blipFill>
          <a:blip r:embed="rId13"/>
          <a:stretch>
            <a:fillRect/>
          </a:stretch>
        </p:blipFill>
        <p:spPr>
          <a:xfrm rot="5400000">
            <a:off x="40690800" y="10972800"/>
            <a:ext cx="14274800" cy="3937000"/>
          </a:xfrm>
          <a:prstGeom prst="rect">
            <a:avLst/>
          </a:prstGeom>
        </p:spPr>
      </p:pic>
      <p:pic>
        <p:nvPicPr>
          <p:cNvPr id="9" name="New picture"/>
          <p:cNvPicPr/>
          <p:nvPr/>
        </p:nvPicPr>
        <p:blipFill>
          <a:blip r:embed="rId14"/>
          <a:stretch>
            <a:fillRect/>
          </a:stretch>
        </p:blipFill>
        <p:spPr>
          <a:xfrm>
            <a:off x="6946900" y="22453600"/>
            <a:ext cx="29997400" cy="1447800"/>
          </a:xfrm>
          <a:prstGeom prst="rect">
            <a:avLst/>
          </a:prstGeom>
        </p:spPr>
      </p:pic>
      <p:sp>
        <p:nvSpPr>
          <p:cNvPr id="10" name="New shape"/>
          <p:cNvSpPr/>
          <p:nvPr/>
        </p:nvSpPr>
        <p:spPr>
          <a:xfrm>
            <a:off x="6946900" y="23025100"/>
            <a:ext cx="21945600" cy="127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sz="4560">
                <a:solidFill>
                  <a:srgbClr val="808080"/>
                </a:solidFill>
              </a:rPr>
              <a:t>Template ID: imaginativearctic  Size: 48x24</a:t>
            </a:r>
          </a:p>
        </p:txBody>
      </p:sp>
    </p:spTree>
    <p:extLst>
      <p:ext uri="{BB962C8B-B14F-4D97-AF65-F5344CB8AC3E}">
        <p14:creationId xmlns:p14="http://schemas.microsoft.com/office/powerpoint/2010/main" val="2659232896"/>
      </p:ext>
    </p:extLst>
  </p:cSld>
  <p:clrMap bg1="lt1" tx1="dk1" bg2="lt2" tx2="dk2" accent1="accent1" accent2="accent2" accent3="accent3" accent4="accent4" accent5="accent5" accent6="accent6" hlink="hlink" folHlink="folHlink"/>
  <p:sldLayoutIdLst>
    <p:sldLayoutId id="2147484261" r:id="rId1"/>
    <p:sldLayoutId id="2147484262" r:id="rId2"/>
    <p:sldLayoutId id="2147484263" r:id="rId3"/>
    <p:sldLayoutId id="2147484264" r:id="rId4"/>
    <p:sldLayoutId id="2147484265" r:id="rId5"/>
    <p:sldLayoutId id="2147484266" r:id="rId6"/>
    <p:sldLayoutId id="2147484267" r:id="rId7"/>
    <p:sldLayoutId id="2147484268" r:id="rId8"/>
    <p:sldLayoutId id="2147484269" r:id="rId9"/>
    <p:sldLayoutId id="2147484270" r:id="rId10"/>
    <p:sldLayoutId id="2147484271" r:id="rId11"/>
  </p:sldLayoutIdLst>
  <p:transition/>
  <p:txStyles>
    <p:titleStyle>
      <a:defPPr>
        <a:defRPr kern="1200"/>
      </a:defPPr>
      <a:lvl1pPr algn="ctr" defTabSz="2507516" rtl="0" eaLnBrk="1" latinLnBrk="0" hangingPunct="1">
        <a:spcBef>
          <a:spcPct val="0"/>
        </a:spcBef>
        <a:buNone/>
        <a:defRPr sz="12067" kern="1200">
          <a:solidFill>
            <a:schemeClr val="tx1"/>
          </a:solidFill>
          <a:latin typeface="+mj-lt"/>
          <a:ea typeface="+mj-ea"/>
          <a:cs typeface="+mj-cs"/>
        </a:defRPr>
      </a:lvl1pPr>
    </p:titleStyle>
    <p:bodyStyle>
      <a:defPPr>
        <a:defRPr kern="1200"/>
      </a:defPPr>
      <a:lvl1pPr marL="940317" indent="-940317" algn="l" defTabSz="2507516" rtl="0" eaLnBrk="1" latinLnBrk="0" hangingPunct="1">
        <a:spcBef>
          <a:spcPct val="20000"/>
        </a:spcBef>
        <a:buFont typeface="Arial" pitchFamily="34" charset="0"/>
        <a:buChar char="•"/>
        <a:defRPr sz="8800" kern="1200">
          <a:solidFill>
            <a:schemeClr val="tx1"/>
          </a:solidFill>
          <a:latin typeface="+mn-lt"/>
          <a:ea typeface="+mn-ea"/>
          <a:cs typeface="+mn-cs"/>
        </a:defRPr>
      </a:lvl1pPr>
      <a:lvl2pPr marL="2037358" indent="-783600" algn="l" defTabSz="2507516" rtl="0" eaLnBrk="1" latinLnBrk="0" hangingPunct="1">
        <a:spcBef>
          <a:spcPct val="20000"/>
        </a:spcBef>
        <a:buFont typeface="Arial" pitchFamily="34" charset="0"/>
        <a:buChar char="–"/>
        <a:defRPr sz="7667" kern="1200">
          <a:solidFill>
            <a:schemeClr val="tx1"/>
          </a:solidFill>
          <a:latin typeface="+mn-lt"/>
          <a:ea typeface="+mn-ea"/>
          <a:cs typeface="+mn-cs"/>
        </a:defRPr>
      </a:lvl2pPr>
      <a:lvl3pPr marL="3134395" indent="-626879" algn="l" defTabSz="2507516" rtl="0" eaLnBrk="1" latinLnBrk="0" hangingPunct="1">
        <a:spcBef>
          <a:spcPct val="20000"/>
        </a:spcBef>
        <a:buFont typeface="Arial" pitchFamily="34" charset="0"/>
        <a:buChar char="•"/>
        <a:defRPr sz="6600" kern="1200">
          <a:solidFill>
            <a:schemeClr val="tx1"/>
          </a:solidFill>
          <a:latin typeface="+mn-lt"/>
          <a:ea typeface="+mn-ea"/>
          <a:cs typeface="+mn-cs"/>
        </a:defRPr>
      </a:lvl3pPr>
      <a:lvl4pPr marL="4388153" indent="-626879" algn="l" defTabSz="2507516" rtl="0" eaLnBrk="1" latinLnBrk="0" hangingPunct="1">
        <a:spcBef>
          <a:spcPct val="20000"/>
        </a:spcBef>
        <a:buFont typeface="Arial" pitchFamily="34" charset="0"/>
        <a:buChar char="–"/>
        <a:defRPr sz="5467" kern="1200">
          <a:solidFill>
            <a:schemeClr val="tx1"/>
          </a:solidFill>
          <a:latin typeface="+mn-lt"/>
          <a:ea typeface="+mn-ea"/>
          <a:cs typeface="+mn-cs"/>
        </a:defRPr>
      </a:lvl4pPr>
      <a:lvl5pPr marL="5641911" indent="-626879" algn="l" defTabSz="2507516" rtl="0" eaLnBrk="1" latinLnBrk="0" hangingPunct="1">
        <a:spcBef>
          <a:spcPct val="20000"/>
        </a:spcBef>
        <a:buFont typeface="Arial" pitchFamily="34" charset="0"/>
        <a:buChar char="»"/>
        <a:defRPr sz="5467" kern="1200">
          <a:solidFill>
            <a:schemeClr val="tx1"/>
          </a:solidFill>
          <a:latin typeface="+mn-lt"/>
          <a:ea typeface="+mn-ea"/>
          <a:cs typeface="+mn-cs"/>
        </a:defRPr>
      </a:lvl5pPr>
      <a:lvl6pPr marL="6895670" indent="-626879" algn="l" defTabSz="2507516" rtl="0" eaLnBrk="1" latinLnBrk="0" hangingPunct="1">
        <a:spcBef>
          <a:spcPct val="20000"/>
        </a:spcBef>
        <a:buFont typeface="Arial" pitchFamily="34" charset="0"/>
        <a:buChar char="•"/>
        <a:defRPr sz="5467" kern="1200">
          <a:solidFill>
            <a:schemeClr val="tx1"/>
          </a:solidFill>
          <a:latin typeface="+mn-lt"/>
          <a:ea typeface="+mn-ea"/>
          <a:cs typeface="+mn-cs"/>
        </a:defRPr>
      </a:lvl6pPr>
      <a:lvl7pPr marL="8149428" indent="-626879" algn="l" defTabSz="2507516" rtl="0" eaLnBrk="1" latinLnBrk="0" hangingPunct="1">
        <a:spcBef>
          <a:spcPct val="20000"/>
        </a:spcBef>
        <a:buFont typeface="Arial" pitchFamily="34" charset="0"/>
        <a:buChar char="•"/>
        <a:defRPr sz="5467" kern="1200">
          <a:solidFill>
            <a:schemeClr val="tx1"/>
          </a:solidFill>
          <a:latin typeface="+mn-lt"/>
          <a:ea typeface="+mn-ea"/>
          <a:cs typeface="+mn-cs"/>
        </a:defRPr>
      </a:lvl7pPr>
      <a:lvl8pPr marL="9403186" indent="-626879" algn="l" defTabSz="2507516" rtl="0" eaLnBrk="1" latinLnBrk="0" hangingPunct="1">
        <a:spcBef>
          <a:spcPct val="20000"/>
        </a:spcBef>
        <a:buFont typeface="Arial" pitchFamily="34" charset="0"/>
        <a:buChar char="•"/>
        <a:defRPr sz="5467" kern="1200">
          <a:solidFill>
            <a:schemeClr val="tx1"/>
          </a:solidFill>
          <a:latin typeface="+mn-lt"/>
          <a:ea typeface="+mn-ea"/>
          <a:cs typeface="+mn-cs"/>
        </a:defRPr>
      </a:lvl8pPr>
      <a:lvl9pPr marL="10656944" indent="-626879" algn="l" defTabSz="2507516" rtl="0" eaLnBrk="1" latinLnBrk="0" hangingPunct="1">
        <a:spcBef>
          <a:spcPct val="20000"/>
        </a:spcBef>
        <a:buFont typeface="Arial" pitchFamily="34" charset="0"/>
        <a:buChar char="•"/>
        <a:defRPr sz="5467" kern="1200">
          <a:solidFill>
            <a:schemeClr val="tx1"/>
          </a:solidFill>
          <a:latin typeface="+mn-lt"/>
          <a:ea typeface="+mn-ea"/>
          <a:cs typeface="+mn-cs"/>
        </a:defRPr>
      </a:lvl9pPr>
    </p:bodyStyle>
    <p:otherStyle>
      <a:defPPr>
        <a:defRPr lang="en-US"/>
      </a:defPPr>
      <a:lvl1pPr marL="0" algn="l" defTabSz="2507516" rtl="0" eaLnBrk="1" latinLnBrk="0" hangingPunct="1">
        <a:defRPr sz="4934" kern="1200">
          <a:solidFill>
            <a:schemeClr val="tx1"/>
          </a:solidFill>
          <a:latin typeface="+mn-lt"/>
          <a:ea typeface="+mn-ea"/>
          <a:cs typeface="+mn-cs"/>
        </a:defRPr>
      </a:lvl1pPr>
      <a:lvl2pPr marL="1253758" algn="l" defTabSz="2507516" rtl="0" eaLnBrk="1" latinLnBrk="0" hangingPunct="1">
        <a:defRPr sz="4934" kern="1200">
          <a:solidFill>
            <a:schemeClr val="tx1"/>
          </a:solidFill>
          <a:latin typeface="+mn-lt"/>
          <a:ea typeface="+mn-ea"/>
          <a:cs typeface="+mn-cs"/>
        </a:defRPr>
      </a:lvl2pPr>
      <a:lvl3pPr marL="2507516" algn="l" defTabSz="2507516" rtl="0" eaLnBrk="1" latinLnBrk="0" hangingPunct="1">
        <a:defRPr sz="4934" kern="1200">
          <a:solidFill>
            <a:schemeClr val="tx1"/>
          </a:solidFill>
          <a:latin typeface="+mn-lt"/>
          <a:ea typeface="+mn-ea"/>
          <a:cs typeface="+mn-cs"/>
        </a:defRPr>
      </a:lvl3pPr>
      <a:lvl4pPr marL="3761275" algn="l" defTabSz="2507516" rtl="0" eaLnBrk="1" latinLnBrk="0" hangingPunct="1">
        <a:defRPr sz="4934" kern="1200">
          <a:solidFill>
            <a:schemeClr val="tx1"/>
          </a:solidFill>
          <a:latin typeface="+mn-lt"/>
          <a:ea typeface="+mn-ea"/>
          <a:cs typeface="+mn-cs"/>
        </a:defRPr>
      </a:lvl4pPr>
      <a:lvl5pPr marL="5015033" algn="l" defTabSz="2507516" rtl="0" eaLnBrk="1" latinLnBrk="0" hangingPunct="1">
        <a:defRPr sz="4934" kern="1200">
          <a:solidFill>
            <a:schemeClr val="tx1"/>
          </a:solidFill>
          <a:latin typeface="+mn-lt"/>
          <a:ea typeface="+mn-ea"/>
          <a:cs typeface="+mn-cs"/>
        </a:defRPr>
      </a:lvl5pPr>
      <a:lvl6pPr marL="6268791" algn="l" defTabSz="2507516" rtl="0" eaLnBrk="1" latinLnBrk="0" hangingPunct="1">
        <a:defRPr sz="4934" kern="1200">
          <a:solidFill>
            <a:schemeClr val="tx1"/>
          </a:solidFill>
          <a:latin typeface="+mn-lt"/>
          <a:ea typeface="+mn-ea"/>
          <a:cs typeface="+mn-cs"/>
        </a:defRPr>
      </a:lvl6pPr>
      <a:lvl7pPr marL="7522549" algn="l" defTabSz="2507516" rtl="0" eaLnBrk="1" latinLnBrk="0" hangingPunct="1">
        <a:defRPr sz="4934" kern="1200">
          <a:solidFill>
            <a:schemeClr val="tx1"/>
          </a:solidFill>
          <a:latin typeface="+mn-lt"/>
          <a:ea typeface="+mn-ea"/>
          <a:cs typeface="+mn-cs"/>
        </a:defRPr>
      </a:lvl7pPr>
      <a:lvl8pPr marL="8776307" algn="l" defTabSz="2507516" rtl="0" eaLnBrk="1" latinLnBrk="0" hangingPunct="1">
        <a:defRPr sz="4934" kern="1200">
          <a:solidFill>
            <a:schemeClr val="tx1"/>
          </a:solidFill>
          <a:latin typeface="+mn-lt"/>
          <a:ea typeface="+mn-ea"/>
          <a:cs typeface="+mn-cs"/>
        </a:defRPr>
      </a:lvl8pPr>
      <a:lvl9pPr marL="10030065" algn="l" defTabSz="2507516" rtl="0" eaLnBrk="1" latinLnBrk="0" hangingPunct="1">
        <a:defRPr sz="4934"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png"/><Relationship Id="rId18" Type="http://schemas.openxmlformats.org/officeDocument/2006/relationships/image" Target="../media/image19.pn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png"/><Relationship Id="rId17" Type="http://schemas.openxmlformats.org/officeDocument/2006/relationships/image" Target="../media/image18.png"/><Relationship Id="rId2" Type="http://schemas.openxmlformats.org/officeDocument/2006/relationships/image" Target="../media/image3.png"/><Relationship Id="rId16" Type="http://schemas.openxmlformats.org/officeDocument/2006/relationships/image" Target="../media/image17.png"/><Relationship Id="rId20" Type="http://schemas.openxmlformats.org/officeDocument/2006/relationships/image" Target="../media/image21.png"/><Relationship Id="rId1" Type="http://schemas.openxmlformats.org/officeDocument/2006/relationships/slideLayout" Target="../slideLayouts/slideLayout1.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5" Type="http://schemas.openxmlformats.org/officeDocument/2006/relationships/image" Target="../media/image16.png"/><Relationship Id="rId10" Type="http://schemas.openxmlformats.org/officeDocument/2006/relationships/image" Target="../media/image11.png"/><Relationship Id="rId19" Type="http://schemas.openxmlformats.org/officeDocument/2006/relationships/image" Target="../media/image20.png"/><Relationship Id="rId4" Type="http://schemas.openxmlformats.org/officeDocument/2006/relationships/image" Target="../media/image5.png"/><Relationship Id="rId9" Type="http://schemas.openxmlformats.org/officeDocument/2006/relationships/image" Target="../media/image10.png"/><Relationship Id="rId1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Text Placeholder 262">
                <a:extLst>
                  <a:ext uri="{FF2B5EF4-FFF2-40B4-BE49-F238E27FC236}">
                    <a16:creationId xmlns:a16="http://schemas.microsoft.com/office/drawing/2014/main" id="{C7CCFD57-5B41-02B4-300A-F20028FAB5C7}"/>
                  </a:ext>
                </a:extLst>
              </p:cNvPr>
              <p:cNvSpPr txBox="1">
                <a:spLocks/>
              </p:cNvSpPr>
              <p:nvPr/>
            </p:nvSpPr>
            <p:spPr>
              <a:xfrm>
                <a:off x="16027250" y="7896088"/>
                <a:ext cx="5524249" cy="5306068"/>
              </a:xfrm>
              <a:prstGeom prst="rect">
                <a:avLst/>
              </a:prstGeom>
            </p:spPr>
            <p:txBody>
              <a:bodyPr wrap="square" lIns="91440" tIns="91440" rIns="91440" bIns="91440">
                <a:spAutoFit/>
              </a:bodyPr>
              <a:lstStyle>
                <a:lvl1pPr marL="0" indent="0" algn="l" defTabSz="3761915" rtl="0" eaLnBrk="1" latinLnBrk="0" hangingPunct="1">
                  <a:spcBef>
                    <a:spcPct val="20000"/>
                  </a:spcBef>
                  <a:buFont typeface="Arial" pitchFamily="34" charset="0"/>
                  <a:buNone/>
                  <a:defRPr sz="2000" kern="1200">
                    <a:solidFill>
                      <a:schemeClr val="accent5">
                        <a:lumMod val="50000"/>
                      </a:schemeClr>
                    </a:solidFill>
                    <a:latin typeface="Times New Roman" panose="02020603050405020304" pitchFamily="18" charset="0"/>
                    <a:ea typeface="+mn-ea"/>
                    <a:cs typeface="Times New Roman" panose="02020603050405020304" pitchFamily="18" charset="0"/>
                  </a:defRPr>
                </a:lvl1pPr>
                <a:lvl2pPr marL="1273565" indent="-489833" algn="l" defTabSz="3761915" rtl="0" eaLnBrk="1" latinLnBrk="0" hangingPunct="1">
                  <a:spcBef>
                    <a:spcPct val="20000"/>
                  </a:spcBef>
                  <a:buFont typeface="Arial" pitchFamily="34" charset="0"/>
                  <a:buChar char="–"/>
                  <a:defRPr sz="2100" kern="1200">
                    <a:solidFill>
                      <a:schemeClr val="tx1"/>
                    </a:solidFill>
                    <a:latin typeface="Trebuchet MS" pitchFamily="34" charset="0"/>
                    <a:ea typeface="+mn-ea"/>
                    <a:cs typeface="+mn-cs"/>
                  </a:defRPr>
                </a:lvl2pPr>
                <a:lvl3pPr marL="1763397" indent="-489833" algn="l" defTabSz="3761915" rtl="0" eaLnBrk="1" latinLnBrk="0" hangingPunct="1">
                  <a:spcBef>
                    <a:spcPct val="20000"/>
                  </a:spcBef>
                  <a:buFont typeface="Arial" pitchFamily="34" charset="0"/>
                  <a:buChar char="•"/>
                  <a:defRPr sz="2100" kern="1200">
                    <a:solidFill>
                      <a:schemeClr val="tx1"/>
                    </a:solidFill>
                    <a:latin typeface="Trebuchet MS" pitchFamily="34" charset="0"/>
                    <a:ea typeface="+mn-ea"/>
                    <a:cs typeface="+mn-cs"/>
                  </a:defRPr>
                </a:lvl3pPr>
                <a:lvl4pPr marL="2302214" indent="-538817" algn="l" defTabSz="3761915" rtl="0" eaLnBrk="1" latinLnBrk="0" hangingPunct="1">
                  <a:spcBef>
                    <a:spcPct val="20000"/>
                  </a:spcBef>
                  <a:buFont typeface="Arial" pitchFamily="34" charset="0"/>
                  <a:buChar char="–"/>
                  <a:defRPr sz="2100" kern="1200">
                    <a:solidFill>
                      <a:schemeClr val="tx1"/>
                    </a:solidFill>
                    <a:latin typeface="Trebuchet MS" pitchFamily="34" charset="0"/>
                    <a:ea typeface="+mn-ea"/>
                    <a:cs typeface="+mn-cs"/>
                  </a:defRPr>
                </a:lvl4pPr>
                <a:lvl5pPr marL="2694080" indent="-391866" algn="l" defTabSz="3761915" rtl="0" eaLnBrk="1" latinLnBrk="0" hangingPunct="1">
                  <a:spcBef>
                    <a:spcPct val="20000"/>
                  </a:spcBef>
                  <a:buFont typeface="Arial" pitchFamily="34" charset="0"/>
                  <a:buChar char="»"/>
                  <a:defRPr sz="2100" kern="1200">
                    <a:solidFill>
                      <a:schemeClr val="tx1"/>
                    </a:solidFill>
                    <a:latin typeface="Trebuchet MS" pitchFamily="34" charset="0"/>
                    <a:ea typeface="+mn-ea"/>
                    <a:cs typeface="+mn-cs"/>
                  </a:defRPr>
                </a:lvl5pPr>
                <a:lvl6pPr marL="10345266" indent="-940479" algn="l" defTabSz="3761915" rtl="0" eaLnBrk="1" latinLnBrk="0" hangingPunct="1">
                  <a:spcBef>
                    <a:spcPct val="20000"/>
                  </a:spcBef>
                  <a:buFont typeface="Arial" pitchFamily="34" charset="0"/>
                  <a:buChar char="•"/>
                  <a:defRPr sz="8300" kern="1200">
                    <a:solidFill>
                      <a:schemeClr val="tx1"/>
                    </a:solidFill>
                    <a:latin typeface="+mn-lt"/>
                    <a:ea typeface="+mn-ea"/>
                    <a:cs typeface="+mn-cs"/>
                  </a:defRPr>
                </a:lvl6pPr>
                <a:lvl7pPr marL="12226223" indent="-940479" algn="l" defTabSz="3761915" rtl="0" eaLnBrk="1" latinLnBrk="0" hangingPunct="1">
                  <a:spcBef>
                    <a:spcPct val="20000"/>
                  </a:spcBef>
                  <a:buFont typeface="Arial" pitchFamily="34" charset="0"/>
                  <a:buChar char="•"/>
                  <a:defRPr sz="8300" kern="1200">
                    <a:solidFill>
                      <a:schemeClr val="tx1"/>
                    </a:solidFill>
                    <a:latin typeface="+mn-lt"/>
                    <a:ea typeface="+mn-ea"/>
                    <a:cs typeface="+mn-cs"/>
                  </a:defRPr>
                </a:lvl7pPr>
                <a:lvl8pPr marL="14107181" indent="-940479" algn="l" defTabSz="3761915" rtl="0" eaLnBrk="1" latinLnBrk="0" hangingPunct="1">
                  <a:spcBef>
                    <a:spcPct val="20000"/>
                  </a:spcBef>
                  <a:buFont typeface="Arial" pitchFamily="34" charset="0"/>
                  <a:buChar char="•"/>
                  <a:defRPr sz="8300" kern="1200">
                    <a:solidFill>
                      <a:schemeClr val="tx1"/>
                    </a:solidFill>
                    <a:latin typeface="+mn-lt"/>
                    <a:ea typeface="+mn-ea"/>
                    <a:cs typeface="+mn-cs"/>
                  </a:defRPr>
                </a:lvl8pPr>
                <a:lvl9pPr marL="15988137" indent="-940479" algn="l" defTabSz="3761915" rtl="0" eaLnBrk="1" latinLnBrk="0" hangingPunct="1">
                  <a:spcBef>
                    <a:spcPct val="20000"/>
                  </a:spcBef>
                  <a:buFont typeface="Arial" pitchFamily="34" charset="0"/>
                  <a:buChar char="•"/>
                  <a:defRPr sz="8300" kern="1200">
                    <a:solidFill>
                      <a:schemeClr val="tx1"/>
                    </a:solidFill>
                    <a:latin typeface="+mn-lt"/>
                    <a:ea typeface="+mn-ea"/>
                    <a:cs typeface="+mn-cs"/>
                  </a:defRPr>
                </a:lvl9pPr>
              </a:lstStyle>
              <a:p>
                <a:pPr marL="342900" marR="0" lvl="0" indent="-342900" algn="l" defTabSz="3761915"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2400" b="1" i="0" u="none" strike="noStrike" kern="1200" cap="none" spc="0" normalizeH="0" baseline="0" noProof="0" dirty="0">
                    <a:ln>
                      <a:noFill/>
                    </a:ln>
                    <a:solidFill>
                      <a:schemeClr val="tx1"/>
                    </a:solidFill>
                    <a:effectLst/>
                    <a:uLnTx/>
                    <a:uFillTx/>
                    <a:latin typeface="Verdana" panose="020B0604030504040204" pitchFamily="34" charset="0"/>
                    <a:ea typeface="Verdana" panose="020B0604030504040204" pitchFamily="34" charset="0"/>
                    <a:cs typeface="Verdana" panose="020B0604030504040204" pitchFamily="34" charset="0"/>
                  </a:rPr>
                  <a:t>Coupling Challenge: </a:t>
                </a:r>
              </a:p>
              <a:p>
                <a:pPr marL="342900" marR="0" lvl="0" indent="-342900" algn="l" defTabSz="3761915"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chemeClr val="tx1"/>
                    </a:solidFill>
                    <a:effectLst/>
                    <a:uLnTx/>
                    <a:uFillTx/>
                    <a:latin typeface="Verdana" panose="020B0604030504040204" pitchFamily="34" charset="0"/>
                    <a:ea typeface="Verdana" panose="020B0604030504040204" pitchFamily="34" charset="0"/>
                    <a:cs typeface="Verdana" panose="020B0604030504040204" pitchFamily="34" charset="0"/>
                  </a:rPr>
                  <a:t>Accurate solar wind modeling requires understanding the coupling between the chromosphere and corona, where the mass and energy fluxes originate.</a:t>
                </a:r>
              </a:p>
              <a:p>
                <a:pPr marL="342900" marR="0" lvl="0" indent="-342900" algn="l" defTabSz="3761915"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2400" b="1" i="0" u="none" strike="noStrike" kern="1200" cap="none" spc="0" normalizeH="0" baseline="0" noProof="0" dirty="0">
                    <a:ln>
                      <a:noFill/>
                    </a:ln>
                    <a:solidFill>
                      <a:schemeClr val="tx1"/>
                    </a:solidFill>
                    <a:effectLst/>
                    <a:uLnTx/>
                    <a:uFillTx/>
                    <a:latin typeface="Verdana" panose="020B0604030504040204" pitchFamily="34" charset="0"/>
                    <a:ea typeface="Verdana" panose="020B0604030504040204" pitchFamily="34" charset="0"/>
                    <a:cs typeface="Verdana" panose="020B0604030504040204" pitchFamily="34" charset="0"/>
                  </a:rPr>
                  <a:t>Current Model Limitations:</a:t>
                </a:r>
              </a:p>
              <a:p>
                <a:pPr marL="342900" marR="0" lvl="0" indent="-342900" algn="l" defTabSz="3761915"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chemeClr val="tx1"/>
                    </a:solidFill>
                    <a:effectLst/>
                    <a:uLnTx/>
                    <a:uFillTx/>
                    <a:latin typeface="Verdana" panose="020B0604030504040204" pitchFamily="34" charset="0"/>
                    <a:ea typeface="Verdana" panose="020B0604030504040204" pitchFamily="34" charset="0"/>
                    <a:cs typeface="Verdana" panose="020B0604030504040204" pitchFamily="34" charset="0"/>
                  </a:rPr>
                  <a:t>Inner boundary conditions of the Solar Corona (SC) model:</a:t>
                </a:r>
              </a:p>
              <a:p>
                <a:pPr marL="514350" marR="0" lvl="0" indent="-514350" algn="l" defTabSz="3761915" rtl="0" eaLnBrk="1" fontAlgn="auto" latinLnBrk="0" hangingPunct="1">
                  <a:lnSpc>
                    <a:spcPct val="100000"/>
                  </a:lnSpc>
                  <a:spcBef>
                    <a:spcPct val="20000"/>
                  </a:spcBef>
                  <a:spcAft>
                    <a:spcPts val="0"/>
                  </a:spcAft>
                  <a:buClrTx/>
                  <a:buSzTx/>
                  <a:buFont typeface="+mj-lt"/>
                  <a:buAutoNum type="romanLcPeriod"/>
                  <a:tabLst/>
                  <a:defRPr/>
                </a:pPr>
                <a:r>
                  <a:rPr kumimoji="0" lang="en-US" sz="2000" b="0" i="0" u="none" strike="noStrike" kern="1200" cap="none" spc="0" normalizeH="0" baseline="0" noProof="0" dirty="0">
                    <a:ln>
                      <a:noFill/>
                    </a:ln>
                    <a:solidFill>
                      <a:schemeClr val="tx1"/>
                    </a:solidFill>
                    <a:effectLst/>
                    <a:uLnTx/>
                    <a:uFillTx/>
                    <a:latin typeface="Verdana" panose="020B0604030504040204" pitchFamily="34" charset="0"/>
                    <a:ea typeface="Verdana" panose="020B0604030504040204" pitchFamily="34" charset="0"/>
                    <a:cs typeface="Verdana" panose="020B0604030504040204" pitchFamily="34" charset="0"/>
                  </a:rPr>
                  <a:t>Plasma temperature set to unrealistic values (~ </a:t>
                </a:r>
                <a14:m>
                  <m:oMath xmlns:m="http://schemas.openxmlformats.org/officeDocument/2006/math">
                    <m:r>
                      <a:rPr kumimoji="0" lang="en-US" sz="2000" b="0" i="1" u="none" strike="noStrike" kern="1200" cap="none" spc="0" normalizeH="0" baseline="0" noProof="0" smtClean="0">
                        <a:ln>
                          <a:noFill/>
                        </a:ln>
                        <a:solidFill>
                          <a:schemeClr val="tx1"/>
                        </a:solidFill>
                        <a:effectLst/>
                        <a:uLnTx/>
                        <a:uFillTx/>
                        <a:latin typeface="Cambria Math" panose="02040503050406030204" pitchFamily="18" charset="0"/>
                      </a:rPr>
                      <m:t>5×</m:t>
                    </m:r>
                    <m:sSup>
                      <m:sSupPr>
                        <m:ctrlPr>
                          <a:rPr kumimoji="0" lang="en-US" sz="2000" b="0" i="1" u="none" strike="noStrike" kern="1200" cap="none" spc="0" normalizeH="0" baseline="0" noProof="0" smtClean="0">
                            <a:ln>
                              <a:noFill/>
                            </a:ln>
                            <a:solidFill>
                              <a:schemeClr val="tx1"/>
                            </a:solidFill>
                            <a:effectLst/>
                            <a:uLnTx/>
                            <a:uFillTx/>
                            <a:latin typeface="Cambria Math" panose="02040503050406030204" pitchFamily="18" charset="0"/>
                          </a:rPr>
                        </m:ctrlPr>
                      </m:sSupPr>
                      <m:e>
                        <m:r>
                          <a:rPr kumimoji="0" lang="en-US" sz="2000" b="0" i="1" u="none" strike="noStrike" kern="1200" cap="none" spc="0" normalizeH="0" baseline="0" noProof="0" smtClean="0">
                            <a:ln>
                              <a:noFill/>
                            </a:ln>
                            <a:solidFill>
                              <a:schemeClr val="tx1"/>
                            </a:solidFill>
                            <a:effectLst/>
                            <a:uLnTx/>
                            <a:uFillTx/>
                            <a:latin typeface="Cambria Math" panose="02040503050406030204" pitchFamily="18" charset="0"/>
                          </a:rPr>
                          <m:t>10</m:t>
                        </m:r>
                      </m:e>
                      <m:sup>
                        <m:r>
                          <a:rPr kumimoji="0" lang="en-US" sz="2000" b="0" i="1" u="none" strike="noStrike" kern="1200" cap="none" spc="0" normalizeH="0" baseline="0" noProof="0" smtClean="0">
                            <a:ln>
                              <a:noFill/>
                            </a:ln>
                            <a:solidFill>
                              <a:schemeClr val="tx1"/>
                            </a:solidFill>
                            <a:effectLst/>
                            <a:uLnTx/>
                            <a:uFillTx/>
                            <a:latin typeface="Cambria Math" panose="02040503050406030204" pitchFamily="18" charset="0"/>
                          </a:rPr>
                          <m:t>4</m:t>
                        </m:r>
                      </m:sup>
                    </m:sSup>
                  </m:oMath>
                </a14:m>
                <a:r>
                  <a:rPr kumimoji="0" lang="en-US" sz="2000" b="0" i="0" u="none" strike="noStrike" kern="1200" cap="none" spc="0" normalizeH="0" baseline="0" noProof="0" dirty="0">
                    <a:ln>
                      <a:noFill/>
                    </a:ln>
                    <a:solidFill>
                      <a:schemeClr val="tx1"/>
                    </a:solidFill>
                    <a:effectLst/>
                    <a:uLnTx/>
                    <a:uFillTx/>
                    <a:latin typeface="Verdana" panose="020B0604030504040204" pitchFamily="34" charset="0"/>
                    <a:ea typeface="Verdana" panose="020B0604030504040204" pitchFamily="34" charset="0"/>
                    <a:cs typeface="Verdana" panose="020B0604030504040204" pitchFamily="34" charset="0"/>
                  </a:rPr>
                  <a:t>K).	</a:t>
                </a:r>
              </a:p>
              <a:p>
                <a:pPr marL="514350" marR="0" lvl="0" indent="-514350" algn="l" defTabSz="3761915" rtl="0" eaLnBrk="1" fontAlgn="auto" latinLnBrk="0" hangingPunct="1">
                  <a:lnSpc>
                    <a:spcPct val="100000"/>
                  </a:lnSpc>
                  <a:spcBef>
                    <a:spcPct val="20000"/>
                  </a:spcBef>
                  <a:spcAft>
                    <a:spcPts val="0"/>
                  </a:spcAft>
                  <a:buClrTx/>
                  <a:buSzTx/>
                  <a:buFont typeface="+mj-lt"/>
                  <a:buAutoNum type="romanLcPeriod"/>
                  <a:tabLst/>
                  <a:defRPr/>
                </a:pPr>
                <a:r>
                  <a:rPr kumimoji="0" lang="en-US" sz="2000" b="0" i="0" u="none" strike="noStrike" kern="1200" cap="none" spc="0" normalizeH="0" baseline="0" noProof="0" dirty="0">
                    <a:ln>
                      <a:noFill/>
                    </a:ln>
                    <a:solidFill>
                      <a:schemeClr val="tx1"/>
                    </a:solidFill>
                    <a:effectLst/>
                    <a:uLnTx/>
                    <a:uFillTx/>
                    <a:latin typeface="Verdana" panose="020B0604030504040204" pitchFamily="34" charset="0"/>
                    <a:ea typeface="Verdana" panose="020B0604030504040204" pitchFamily="34" charset="0"/>
                    <a:cs typeface="Verdana" panose="020B0604030504040204" pitchFamily="34" charset="0"/>
                  </a:rPr>
                  <a:t>Electron density much lower than typical </a:t>
                </a:r>
                <a:r>
                  <a:rPr kumimoji="0" lang="en-US" sz="2000" b="0" i="0" u="none" strike="noStrike" kern="1200" cap="none" spc="0" normalizeH="0" baseline="0" noProof="0" dirty="0" err="1">
                    <a:ln>
                      <a:noFill/>
                    </a:ln>
                    <a:solidFill>
                      <a:schemeClr val="tx1"/>
                    </a:solidFill>
                    <a:effectLst/>
                    <a:uLnTx/>
                    <a:uFillTx/>
                    <a:latin typeface="Verdana" panose="020B0604030504040204" pitchFamily="34" charset="0"/>
                    <a:ea typeface="Verdana" panose="020B0604030504040204" pitchFamily="34" charset="0"/>
                    <a:cs typeface="Verdana" panose="020B0604030504040204" pitchFamily="34" charset="0"/>
                  </a:rPr>
                  <a:t>chromospheric</a:t>
                </a:r>
                <a:r>
                  <a:rPr kumimoji="0" lang="en-US" sz="2000" b="0" i="0" u="none" strike="noStrike" kern="1200" cap="none" spc="0" normalizeH="0" baseline="0" noProof="0" dirty="0">
                    <a:ln>
                      <a:noFill/>
                    </a:ln>
                    <a:solidFill>
                      <a:schemeClr val="tx1"/>
                    </a:solidFill>
                    <a:effectLst/>
                    <a:uLnTx/>
                    <a:uFillTx/>
                    <a:latin typeface="Verdana" panose="020B0604030504040204" pitchFamily="34" charset="0"/>
                    <a:ea typeface="Verdana" panose="020B0604030504040204" pitchFamily="34" charset="0"/>
                    <a:cs typeface="Verdana" panose="020B0604030504040204" pitchFamily="34" charset="0"/>
                  </a:rPr>
                  <a:t> conditions (~ </a:t>
                </a:r>
                <a14:m>
                  <m:oMath xmlns:m="http://schemas.openxmlformats.org/officeDocument/2006/math">
                    <m:r>
                      <a:rPr kumimoji="0" lang="en-US" sz="2000" b="0" i="1" u="none" strike="noStrike" kern="1200" cap="none" spc="0" normalizeH="0" baseline="0" noProof="0" smtClean="0">
                        <a:ln>
                          <a:noFill/>
                        </a:ln>
                        <a:solidFill>
                          <a:schemeClr val="tx1"/>
                        </a:solidFill>
                        <a:effectLst/>
                        <a:uLnTx/>
                        <a:uFillTx/>
                        <a:latin typeface="Cambria Math" panose="02040503050406030204" pitchFamily="18" charset="0"/>
                      </a:rPr>
                      <m:t>2×</m:t>
                    </m:r>
                    <m:sSup>
                      <m:sSupPr>
                        <m:ctrlPr>
                          <a:rPr kumimoji="0" lang="en-US" sz="2000" b="0" i="1" u="none" strike="noStrike" kern="1200" cap="none" spc="0" normalizeH="0" baseline="0" noProof="0" smtClean="0">
                            <a:ln>
                              <a:noFill/>
                            </a:ln>
                            <a:solidFill>
                              <a:schemeClr val="tx1"/>
                            </a:solidFill>
                            <a:effectLst/>
                            <a:uLnTx/>
                            <a:uFillTx/>
                            <a:latin typeface="Cambria Math" panose="02040503050406030204" pitchFamily="18" charset="0"/>
                          </a:rPr>
                        </m:ctrlPr>
                      </m:sSupPr>
                      <m:e>
                        <m:r>
                          <a:rPr kumimoji="0" lang="en-US" sz="2000" b="0" i="1" u="none" strike="noStrike" kern="1200" cap="none" spc="0" normalizeH="0" baseline="0" noProof="0" smtClean="0">
                            <a:ln>
                              <a:noFill/>
                            </a:ln>
                            <a:solidFill>
                              <a:schemeClr val="tx1"/>
                            </a:solidFill>
                            <a:effectLst/>
                            <a:uLnTx/>
                            <a:uFillTx/>
                            <a:latin typeface="Cambria Math" panose="02040503050406030204" pitchFamily="18" charset="0"/>
                          </a:rPr>
                          <m:t>10</m:t>
                        </m:r>
                      </m:e>
                      <m:sup>
                        <m:r>
                          <a:rPr kumimoji="0" lang="en-US" sz="2000" b="0" i="1" u="none" strike="noStrike" kern="1200" cap="none" spc="0" normalizeH="0" baseline="0" noProof="0" smtClean="0">
                            <a:ln>
                              <a:noFill/>
                            </a:ln>
                            <a:solidFill>
                              <a:schemeClr val="tx1"/>
                            </a:solidFill>
                            <a:effectLst/>
                            <a:uLnTx/>
                            <a:uFillTx/>
                            <a:latin typeface="Cambria Math" panose="02040503050406030204" pitchFamily="18" charset="0"/>
                          </a:rPr>
                          <m:t>17</m:t>
                        </m:r>
                      </m:sup>
                    </m:sSup>
                  </m:oMath>
                </a14:m>
                <a:r>
                  <a:rPr kumimoji="0" lang="en-US" sz="2000" b="0" i="0" u="none" strike="noStrike" kern="1200" cap="none" spc="0" normalizeH="0" baseline="0" noProof="0" dirty="0">
                    <a:ln>
                      <a:noFill/>
                    </a:ln>
                    <a:solidFill>
                      <a:schemeClr val="tx1"/>
                    </a:solidFill>
                    <a:effectLst/>
                    <a:uLnTx/>
                    <a:uFillTx/>
                    <a:latin typeface="Verdana" panose="020B0604030504040204" pitchFamily="34" charset="0"/>
                    <a:ea typeface="Verdana" panose="020B0604030504040204" pitchFamily="34" charset="0"/>
                    <a:cs typeface="Verdana" panose="020B0604030504040204" pitchFamily="34" charset="0"/>
                  </a:rPr>
                  <a:t>m⁻³).</a:t>
                </a:r>
              </a:p>
              <a:p>
                <a:pPr marL="514350" marR="0" lvl="0" indent="-514350" algn="l" defTabSz="3761915" rtl="0" eaLnBrk="1" fontAlgn="auto" latinLnBrk="0" hangingPunct="1">
                  <a:lnSpc>
                    <a:spcPct val="100000"/>
                  </a:lnSpc>
                  <a:spcBef>
                    <a:spcPct val="20000"/>
                  </a:spcBef>
                  <a:spcAft>
                    <a:spcPts val="0"/>
                  </a:spcAft>
                  <a:buClrTx/>
                  <a:buSzTx/>
                  <a:buFont typeface="+mj-lt"/>
                  <a:buAutoNum type="romanLcPeriod"/>
                  <a:tabLst/>
                  <a:defRPr/>
                </a:pPr>
                <a:r>
                  <a:rPr kumimoji="0" lang="en-US" sz="2000" b="0" i="0" u="none" strike="noStrike" kern="1200" cap="none" spc="0" normalizeH="0" baseline="0" noProof="0" dirty="0">
                    <a:ln>
                      <a:noFill/>
                    </a:ln>
                    <a:solidFill>
                      <a:schemeClr val="tx1"/>
                    </a:solidFill>
                    <a:effectLst/>
                    <a:uLnTx/>
                    <a:uFillTx/>
                    <a:latin typeface="Verdana" panose="020B0604030504040204" pitchFamily="34" charset="0"/>
                    <a:ea typeface="Verdana" panose="020B0604030504040204" pitchFamily="34" charset="0"/>
                    <a:cs typeface="Verdana" panose="020B0604030504040204" pitchFamily="34" charset="0"/>
                  </a:rPr>
                  <a:t>Plasma speed left unspecified at the lower boundary.</a:t>
                </a:r>
              </a:p>
            </p:txBody>
          </p:sp>
        </mc:Choice>
        <mc:Fallback xmlns="">
          <p:sp>
            <p:nvSpPr>
              <p:cNvPr id="9" name="Text Placeholder 262">
                <a:extLst>
                  <a:ext uri="{FF2B5EF4-FFF2-40B4-BE49-F238E27FC236}">
                    <a16:creationId xmlns:a16="http://schemas.microsoft.com/office/drawing/2014/main" id="{C7CCFD57-5B41-02B4-300A-F20028FAB5C7}"/>
                  </a:ext>
                </a:extLst>
              </p:cNvPr>
              <p:cNvSpPr txBox="1">
                <a:spLocks noRot="1" noChangeAspect="1" noMove="1" noResize="1" noEditPoints="1" noAdjustHandles="1" noChangeArrowheads="1" noChangeShapeType="1" noTextEdit="1"/>
              </p:cNvSpPr>
              <p:nvPr/>
            </p:nvSpPr>
            <p:spPr>
              <a:xfrm>
                <a:off x="16027250" y="7896088"/>
                <a:ext cx="5524249" cy="5306068"/>
              </a:xfrm>
              <a:prstGeom prst="rect">
                <a:avLst/>
              </a:prstGeom>
              <a:blipFill>
                <a:blip r:embed="rId2"/>
                <a:stretch>
                  <a:fillRect l="-1376" r="-2064" b="-239"/>
                </a:stretch>
              </a:blipFill>
            </p:spPr>
            <p:txBody>
              <a:bodyPr/>
              <a:lstStyle/>
              <a:p>
                <a:r>
                  <a:rPr lang="en-US">
                    <a:noFill/>
                  </a:rPr>
                  <a:t> </a:t>
                </a:r>
              </a:p>
            </p:txBody>
          </p:sp>
        </mc:Fallback>
      </mc:AlternateContent>
      <p:pic>
        <p:nvPicPr>
          <p:cNvPr id="10" name="Picture 2">
            <a:extLst>
              <a:ext uri="{FF2B5EF4-FFF2-40B4-BE49-F238E27FC236}">
                <a16:creationId xmlns:a16="http://schemas.microsoft.com/office/drawing/2014/main" id="{0DB01FD0-A4BE-C580-C1A5-C3E3807F0A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268592" y="13137415"/>
            <a:ext cx="4888179" cy="2748882"/>
          </a:xfrm>
          <a:prstGeom prst="rect">
            <a:avLst/>
          </a:prstGeom>
          <a:noFill/>
          <a:extLst>
            <a:ext uri="{909E8E84-426E-40DD-AFC4-6F175D3DCCD1}">
              <a14:hiddenFill xmlns:a14="http://schemas.microsoft.com/office/drawing/2010/main">
                <a:solidFill>
                  <a:srgbClr val="FFFFFF"/>
                </a:solidFill>
              </a14:hiddenFill>
            </a:ext>
          </a:extLst>
        </p:spPr>
      </p:pic>
      <p:sp>
        <p:nvSpPr>
          <p:cNvPr id="82" name="Rectangle 81">
            <a:extLst>
              <a:ext uri="{FF2B5EF4-FFF2-40B4-BE49-F238E27FC236}">
                <a16:creationId xmlns:a16="http://schemas.microsoft.com/office/drawing/2014/main" id="{6D7E552C-1772-4823-85F9-F890B5C38EB1}"/>
              </a:ext>
            </a:extLst>
          </p:cNvPr>
          <p:cNvSpPr/>
          <p:nvPr/>
        </p:nvSpPr>
        <p:spPr>
          <a:xfrm flipH="1">
            <a:off x="8195" y="0"/>
            <a:ext cx="706074" cy="21945600"/>
          </a:xfrm>
          <a:prstGeom prst="rect">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934" dirty="0">
              <a:ln>
                <a:solidFill>
                  <a:schemeClr val="bg2">
                    <a:lumMod val="50000"/>
                  </a:schemeClr>
                </a:solidFill>
              </a:ln>
            </a:endParaRPr>
          </a:p>
        </p:txBody>
      </p:sp>
      <p:sp>
        <p:nvSpPr>
          <p:cNvPr id="86" name="Rectangle 85">
            <a:extLst>
              <a:ext uri="{FF2B5EF4-FFF2-40B4-BE49-F238E27FC236}">
                <a16:creationId xmlns:a16="http://schemas.microsoft.com/office/drawing/2014/main" id="{4AAF109D-AB76-405F-9BEE-186938958B9E}"/>
              </a:ext>
            </a:extLst>
          </p:cNvPr>
          <p:cNvSpPr/>
          <p:nvPr/>
        </p:nvSpPr>
        <p:spPr>
          <a:xfrm>
            <a:off x="42456081" y="0"/>
            <a:ext cx="1426926" cy="219456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934" dirty="0">
              <a:solidFill>
                <a:srgbClr val="00254A"/>
              </a:solidFill>
            </a:endParaRPr>
          </a:p>
        </p:txBody>
      </p:sp>
      <p:sp>
        <p:nvSpPr>
          <p:cNvPr id="80" name="Text Placeholder 5">
            <a:extLst>
              <a:ext uri="{FF2B5EF4-FFF2-40B4-BE49-F238E27FC236}">
                <a16:creationId xmlns:a16="http://schemas.microsoft.com/office/drawing/2014/main" id="{1A8FFF05-7729-4D05-983F-6F58701A5B70}"/>
              </a:ext>
            </a:extLst>
          </p:cNvPr>
          <p:cNvSpPr txBox="1"/>
          <p:nvPr/>
        </p:nvSpPr>
        <p:spPr>
          <a:xfrm>
            <a:off x="9448800" y="475465"/>
            <a:ext cx="24384000" cy="1958293"/>
          </a:xfrm>
          <a:prstGeom prst="rect">
            <a:avLst/>
          </a:prstGeom>
        </p:spPr>
        <p:txBody>
          <a:bodyPr lIns="0" tIns="0" rIns="0" bIns="0">
            <a:noAutofit/>
          </a:bodyPr>
          <a:lstStyle>
            <a:defPPr>
              <a:defRPr kern="1200"/>
            </a:defPPr>
            <a:lvl1pPr marL="0" marR="0" indent="0" algn="l" defTabSz="3783013" rtl="0" eaLnBrk="1" fontAlgn="auto" latinLnBrk="0" hangingPunct="1">
              <a:lnSpc>
                <a:spcPct val="100000"/>
              </a:lnSpc>
              <a:spcBef>
                <a:spcPts val="600"/>
              </a:spcBef>
              <a:spcAft>
                <a:spcPct val="0"/>
              </a:spcAft>
              <a:buClrTx/>
              <a:buSzTx/>
              <a:buFontTx/>
              <a:buNone/>
              <a:defRPr sz="6000" kern="1200" baseline="0">
                <a:solidFill>
                  <a:schemeClr val="tx2"/>
                </a:solidFill>
                <a:latin typeface="Franklin Gothic Heavy" pitchFamily="34" charset="0"/>
                <a:ea typeface="+mn-ea"/>
                <a:cs typeface="+mn-cs"/>
              </a:defRPr>
            </a:lvl1pPr>
            <a:lvl2pPr marL="1880543" indent="0" algn="l" defTabSz="3761086" rtl="0" eaLnBrk="1" latinLnBrk="0" hangingPunct="1">
              <a:spcBef>
                <a:spcPct val="20000"/>
              </a:spcBef>
              <a:buFontTx/>
              <a:buNone/>
              <a:defRPr sz="11500" kern="1200">
                <a:solidFill>
                  <a:schemeClr val="tx1"/>
                </a:solidFill>
                <a:latin typeface="+mn-lt"/>
                <a:ea typeface="+mn-ea"/>
                <a:cs typeface="+mn-cs"/>
              </a:defRPr>
            </a:lvl2pPr>
            <a:lvl3pPr marL="3761086" indent="0" algn="l" defTabSz="3761086" rtl="0" eaLnBrk="1" latinLnBrk="0" hangingPunct="1">
              <a:spcBef>
                <a:spcPct val="20000"/>
              </a:spcBef>
              <a:buFontTx/>
              <a:buNone/>
              <a:defRPr sz="9900" kern="1200">
                <a:solidFill>
                  <a:schemeClr val="tx1"/>
                </a:solidFill>
                <a:latin typeface="+mn-lt"/>
                <a:ea typeface="+mn-ea"/>
                <a:cs typeface="+mn-cs"/>
              </a:defRPr>
            </a:lvl3pPr>
            <a:lvl4pPr marL="5641629" indent="0" algn="l" defTabSz="3761086" rtl="0" eaLnBrk="1" latinLnBrk="0" hangingPunct="1">
              <a:spcBef>
                <a:spcPct val="20000"/>
              </a:spcBef>
              <a:buFontTx/>
              <a:buNone/>
              <a:defRPr sz="8200" kern="1200">
                <a:solidFill>
                  <a:schemeClr val="tx1"/>
                </a:solidFill>
                <a:latin typeface="+mn-lt"/>
                <a:ea typeface="+mn-ea"/>
                <a:cs typeface="+mn-cs"/>
              </a:defRPr>
            </a:lvl4pPr>
            <a:lvl5pPr marL="7522172" indent="0" algn="l" defTabSz="3761086" rtl="0" eaLnBrk="1" latinLnBrk="0" hangingPunct="1">
              <a:spcBef>
                <a:spcPct val="20000"/>
              </a:spcBef>
              <a:buFontTx/>
              <a:buNone/>
              <a:defRPr sz="8200" kern="1200">
                <a:solidFill>
                  <a:schemeClr val="tx1"/>
                </a:solidFill>
                <a:latin typeface="+mn-lt"/>
                <a:ea typeface="+mn-ea"/>
                <a:cs typeface="+mn-cs"/>
              </a:defRPr>
            </a:lvl5pPr>
            <a:lvl6pPr marL="10342988"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6pPr>
            <a:lvl7pPr marL="12223531"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7pPr>
            <a:lvl8pPr marL="14104074"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8pPr>
            <a:lvl9pPr marL="15984617"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9pPr>
          </a:lstStyle>
          <a:p>
            <a:pPr marL="0" marR="0" algn="ctr">
              <a:spcBef>
                <a:spcPts val="0"/>
              </a:spcBef>
              <a:spcAft>
                <a:spcPts val="0"/>
              </a:spcAft>
            </a:pPr>
            <a:r>
              <a:rPr lang="en-US" sz="6000" b="1" dirty="0">
                <a:solidFill>
                  <a:srgbClr val="222222"/>
                </a:solidFill>
                <a:effectLst/>
                <a:latin typeface="Verdana" panose="020B0604030504040204" pitchFamily="34" charset="0"/>
                <a:ea typeface="Verdana" panose="020B0604030504040204" pitchFamily="34" charset="0"/>
                <a:cs typeface="Verdana" panose="020B0604030504040204" pitchFamily="34" charset="0"/>
              </a:rPr>
              <a:t>Integrating Chromosphere-Corona Coupling into the Space Weather Modeling Framework</a:t>
            </a:r>
            <a:endParaRPr lang="en-US" sz="6000" b="1" dirty="0">
              <a:effectLst/>
              <a:latin typeface="Verdana" panose="020B0604030504040204" pitchFamily="34" charset="0"/>
              <a:ea typeface="Verdana" panose="020B0604030504040204" pitchFamily="34" charset="0"/>
              <a:cs typeface="Verdana" panose="020B0604030504040204" pitchFamily="34" charset="0"/>
            </a:endParaRPr>
          </a:p>
        </p:txBody>
      </p:sp>
      <p:sp>
        <p:nvSpPr>
          <p:cNvPr id="81" name="Text Placeholder 5">
            <a:extLst>
              <a:ext uri="{FF2B5EF4-FFF2-40B4-BE49-F238E27FC236}">
                <a16:creationId xmlns:a16="http://schemas.microsoft.com/office/drawing/2014/main" id="{56A3DA81-3205-421F-9DA5-CDD43B4A3FAF}"/>
              </a:ext>
            </a:extLst>
          </p:cNvPr>
          <p:cNvSpPr txBox="1"/>
          <p:nvPr/>
        </p:nvSpPr>
        <p:spPr>
          <a:xfrm>
            <a:off x="8853161" y="2609818"/>
            <a:ext cx="24979639" cy="1292662"/>
          </a:xfrm>
          <a:prstGeom prst="rect">
            <a:avLst/>
          </a:prstGeom>
        </p:spPr>
        <p:txBody>
          <a:bodyPr wrap="square" lIns="0" tIns="0" rIns="0" bIns="0">
            <a:spAutoFit/>
          </a:bodyPr>
          <a:lstStyle>
            <a:defPPr>
              <a:defRPr kern="1200"/>
            </a:defPPr>
            <a:lvl1pPr marL="0" marR="0" indent="0" algn="l" defTabSz="3761086" rtl="0" eaLnBrk="1" fontAlgn="auto" latinLnBrk="0" hangingPunct="1">
              <a:lnSpc>
                <a:spcPct val="100000"/>
              </a:lnSpc>
              <a:spcBef>
                <a:spcPct val="20000"/>
              </a:spcBef>
              <a:spcAft>
                <a:spcPct val="0"/>
              </a:spcAft>
              <a:buClrTx/>
              <a:buSzTx/>
              <a:buFont typeface="Arial" pitchFamily="34" charset="0"/>
              <a:buNone/>
              <a:defRPr sz="6000" kern="1200" baseline="0">
                <a:solidFill>
                  <a:schemeClr val="tx2"/>
                </a:solidFill>
                <a:latin typeface="Franklin Gothic Heavy" pitchFamily="34" charset="0"/>
                <a:ea typeface="+mn-ea"/>
                <a:cs typeface="+mn-cs"/>
              </a:defRPr>
            </a:lvl1pPr>
            <a:lvl2pPr marL="1880543" indent="0" algn="l" defTabSz="3761086" rtl="0" eaLnBrk="1" latinLnBrk="0" hangingPunct="1">
              <a:spcBef>
                <a:spcPct val="20000"/>
              </a:spcBef>
              <a:buFontTx/>
              <a:buNone/>
              <a:defRPr sz="11500" kern="1200">
                <a:solidFill>
                  <a:schemeClr val="tx1"/>
                </a:solidFill>
                <a:latin typeface="+mn-lt"/>
                <a:ea typeface="+mn-ea"/>
                <a:cs typeface="+mn-cs"/>
              </a:defRPr>
            </a:lvl2pPr>
            <a:lvl3pPr marL="3761086" indent="0" algn="l" defTabSz="3761086" rtl="0" eaLnBrk="1" latinLnBrk="0" hangingPunct="1">
              <a:spcBef>
                <a:spcPct val="20000"/>
              </a:spcBef>
              <a:buFontTx/>
              <a:buNone/>
              <a:defRPr sz="9900" kern="1200">
                <a:solidFill>
                  <a:schemeClr val="tx1"/>
                </a:solidFill>
                <a:latin typeface="+mn-lt"/>
                <a:ea typeface="+mn-ea"/>
                <a:cs typeface="+mn-cs"/>
              </a:defRPr>
            </a:lvl3pPr>
            <a:lvl4pPr marL="5641629" indent="0" algn="l" defTabSz="3761086" rtl="0" eaLnBrk="1" latinLnBrk="0" hangingPunct="1">
              <a:spcBef>
                <a:spcPct val="20000"/>
              </a:spcBef>
              <a:buFontTx/>
              <a:buNone/>
              <a:defRPr sz="8200" kern="1200">
                <a:solidFill>
                  <a:schemeClr val="tx1"/>
                </a:solidFill>
                <a:latin typeface="+mn-lt"/>
                <a:ea typeface="+mn-ea"/>
                <a:cs typeface="+mn-cs"/>
              </a:defRPr>
            </a:lvl4pPr>
            <a:lvl5pPr marL="7522172" indent="0" algn="l" defTabSz="3761086" rtl="0" eaLnBrk="1" latinLnBrk="0" hangingPunct="1">
              <a:spcBef>
                <a:spcPct val="20000"/>
              </a:spcBef>
              <a:buFontTx/>
              <a:buNone/>
              <a:defRPr sz="8200" kern="1200">
                <a:solidFill>
                  <a:schemeClr val="tx1"/>
                </a:solidFill>
                <a:latin typeface="+mn-lt"/>
                <a:ea typeface="+mn-ea"/>
                <a:cs typeface="+mn-cs"/>
              </a:defRPr>
            </a:lvl5pPr>
            <a:lvl6pPr marL="10342988"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6pPr>
            <a:lvl7pPr marL="12223531"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7pPr>
            <a:lvl8pPr marL="14104074"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8pPr>
            <a:lvl9pPr marL="15984617"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9pPr>
          </a:lstStyle>
          <a:p>
            <a:r>
              <a:rPr lang="en-US" sz="3600" dirty="0" err="1">
                <a:solidFill>
                  <a:srgbClr val="000000"/>
                </a:solidFill>
                <a:effectLst/>
                <a:latin typeface="Verdana" panose="020B0604030504040204" pitchFamily="34" charset="0"/>
                <a:ea typeface="Verdana" panose="020B0604030504040204" pitchFamily="34" charset="0"/>
                <a:cs typeface="Verdana" panose="020B0604030504040204" pitchFamily="34" charset="0"/>
              </a:rPr>
              <a:t>Keheng</a:t>
            </a:r>
            <a:r>
              <a:rPr lang="en-US" sz="36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Zhu</a:t>
            </a:r>
            <a:r>
              <a:rPr lang="en-US" altLang="zh-CN" sz="3600" baseline="30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1,2</a:t>
            </a:r>
            <a:r>
              <a:rPr lang="en-US" sz="36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 </a:t>
            </a:r>
            <a:r>
              <a:rPr lang="en-US" sz="3600" dirty="0" err="1">
                <a:solidFill>
                  <a:srgbClr val="000000"/>
                </a:solidFill>
                <a:effectLst/>
                <a:latin typeface="Verdana" panose="020B0604030504040204" pitchFamily="34" charset="0"/>
                <a:ea typeface="Verdana" panose="020B0604030504040204" pitchFamily="34" charset="0"/>
                <a:cs typeface="Verdana" panose="020B0604030504040204" pitchFamily="34" charset="0"/>
              </a:rPr>
              <a:t>Xianyu</a:t>
            </a:r>
            <a:r>
              <a:rPr lang="en-US" sz="36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Liu</a:t>
            </a:r>
            <a:r>
              <a:rPr lang="en-US" sz="3600" baseline="30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1</a:t>
            </a:r>
            <a:r>
              <a:rPr lang="en-US" sz="36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 </a:t>
            </a:r>
            <a:r>
              <a:rPr lang="en-US" sz="3600" dirty="0" err="1">
                <a:solidFill>
                  <a:srgbClr val="000000"/>
                </a:solidFill>
                <a:effectLst/>
                <a:latin typeface="Verdana" panose="020B0604030504040204" pitchFamily="34" charset="0"/>
                <a:ea typeface="Verdana" panose="020B0604030504040204" pitchFamily="34" charset="0"/>
                <a:cs typeface="Verdana" panose="020B0604030504040204" pitchFamily="34" charset="0"/>
              </a:rPr>
              <a:t>Qusai</a:t>
            </a:r>
            <a:r>
              <a:rPr lang="en-US" sz="36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Abdulla Al Shidi</a:t>
            </a:r>
            <a:r>
              <a:rPr lang="en-US" sz="3600" baseline="30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3</a:t>
            </a:r>
            <a:r>
              <a:rPr lang="en-US" sz="36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 </a:t>
            </a:r>
            <a:r>
              <a:rPr lang="en-US" sz="3600" dirty="0" err="1">
                <a:solidFill>
                  <a:srgbClr val="000000"/>
                </a:solidFill>
                <a:effectLst/>
                <a:latin typeface="Verdana" panose="020B0604030504040204" pitchFamily="34" charset="0"/>
                <a:ea typeface="Verdana" panose="020B0604030504040204" pitchFamily="34" charset="0"/>
                <a:cs typeface="Verdana" panose="020B0604030504040204" pitchFamily="34" charset="0"/>
              </a:rPr>
              <a:t>Ofer</a:t>
            </a:r>
            <a:r>
              <a:rPr lang="en-US" sz="36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Cohen</a:t>
            </a:r>
            <a:r>
              <a:rPr lang="en-US" sz="3600" baseline="30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3</a:t>
            </a:r>
            <a:r>
              <a:rPr lang="en-US" sz="36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 Igor Sokolov</a:t>
            </a:r>
            <a:r>
              <a:rPr lang="en-US" sz="3600" baseline="30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1</a:t>
            </a:r>
            <a:r>
              <a:rPr lang="en-US" sz="36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and</a:t>
            </a:r>
            <a:r>
              <a:rPr lang="zh-CN" altLang="en-US" sz="3600" dirty="0">
                <a:solidFill>
                  <a:srgbClr val="000000"/>
                </a:solidFill>
                <a:effectLst/>
                <a:latin typeface="Verdana" panose="020B0604030504040204" pitchFamily="34" charset="0"/>
                <a:cs typeface="Verdana" panose="020B0604030504040204" pitchFamily="34" charset="0"/>
              </a:rPr>
              <a:t> </a:t>
            </a:r>
            <a:r>
              <a:rPr lang="en-US" sz="36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Spiro K Antiochos</a:t>
            </a:r>
            <a:r>
              <a:rPr lang="en-US" sz="3600" baseline="30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4</a:t>
            </a:r>
            <a:r>
              <a:rPr lang="en-US" sz="36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a:t>
            </a:r>
          </a:p>
          <a:p>
            <a:pPr algn="ct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(1)University of Michigan, Climate and Space Sciences and</a:t>
            </a:r>
            <a:r>
              <a:rPr lang="zh-CN" altLang="en-US" sz="2000" dirty="0">
                <a:solidFill>
                  <a:srgbClr val="000000"/>
                </a:solidFill>
                <a:effectLst/>
                <a:latin typeface="Verdana" panose="020B0604030504040204" pitchFamily="34" charset="0"/>
                <a:cs typeface="Verdana" panose="020B0604030504040204" pitchFamily="34" charset="0"/>
              </a:rPr>
              <a:t> </a:t>
            </a: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Engineering, Ann Arbor, United States, (2)University of Science and Technology of</a:t>
            </a:r>
            <a:r>
              <a:rPr lang="zh-CN" altLang="en-US" sz="2000" dirty="0">
                <a:solidFill>
                  <a:srgbClr val="000000"/>
                </a:solidFill>
                <a:effectLst/>
                <a:latin typeface="Verdana" panose="020B0604030504040204" pitchFamily="34" charset="0"/>
                <a:cs typeface="Verdana" panose="020B0604030504040204" pitchFamily="34" charset="0"/>
              </a:rPr>
              <a:t> </a:t>
            </a: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China, Hefei, China, </a:t>
            </a:r>
          </a:p>
          <a:p>
            <a:pPr algn="ct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(3)University of Massachusetts Lowell, Lowell, United States,</a:t>
            </a:r>
            <a:r>
              <a:rPr lang="zh-CN" altLang="en-US" sz="2000" dirty="0">
                <a:solidFill>
                  <a:srgbClr val="000000"/>
                </a:solidFill>
                <a:effectLst/>
                <a:latin typeface="Verdana" panose="020B0604030504040204" pitchFamily="34" charset="0"/>
                <a:cs typeface="Verdana" panose="020B0604030504040204" pitchFamily="34" charset="0"/>
              </a:rPr>
              <a:t> </a:t>
            </a:r>
            <a:r>
              <a:rPr lang="en-US" sz="20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(4)NASA GSFC, Greenbelt, United States</a:t>
            </a:r>
          </a:p>
        </p:txBody>
      </p:sp>
      <p:sp>
        <p:nvSpPr>
          <p:cNvPr id="3" name="Text Placeholder 171">
            <a:extLst>
              <a:ext uri="{FF2B5EF4-FFF2-40B4-BE49-F238E27FC236}">
                <a16:creationId xmlns:a16="http://schemas.microsoft.com/office/drawing/2014/main" id="{E45F1084-0AC0-03CC-DB54-E5623C01084D}"/>
              </a:ext>
            </a:extLst>
          </p:cNvPr>
          <p:cNvSpPr txBox="1">
            <a:spLocks/>
          </p:cNvSpPr>
          <p:nvPr/>
        </p:nvSpPr>
        <p:spPr>
          <a:xfrm>
            <a:off x="1981200" y="5400794"/>
            <a:ext cx="9192543" cy="4124206"/>
          </a:xfrm>
          <a:prstGeom prst="rect">
            <a:avLst/>
          </a:prstGeom>
        </p:spPr>
        <p:txBody>
          <a:bodyPr wrap="square" lIns="91440" tIns="91440" rIns="91440" bIns="91440">
            <a:spAutoFit/>
          </a:bodyPr>
          <a:lstStyle>
            <a:lvl1pPr marL="0" indent="0" algn="l" defTabSz="3761915" rtl="0" eaLnBrk="1" latinLnBrk="0" hangingPunct="1">
              <a:spcBef>
                <a:spcPct val="20000"/>
              </a:spcBef>
              <a:buFont typeface="Arial" pitchFamily="34" charset="0"/>
              <a:buNone/>
              <a:defRPr sz="2000" kern="1200">
                <a:solidFill>
                  <a:schemeClr val="accent5">
                    <a:lumMod val="50000"/>
                  </a:schemeClr>
                </a:solidFill>
                <a:latin typeface="Times New Roman" panose="02020603050405020304" pitchFamily="18" charset="0"/>
                <a:ea typeface="+mn-ea"/>
                <a:cs typeface="Times New Roman" panose="02020603050405020304" pitchFamily="18" charset="0"/>
              </a:defRPr>
            </a:lvl1pPr>
            <a:lvl2pPr marL="1273565" indent="-489833" algn="l" defTabSz="3761915" rtl="0" eaLnBrk="1" latinLnBrk="0" hangingPunct="1">
              <a:spcBef>
                <a:spcPct val="20000"/>
              </a:spcBef>
              <a:buFont typeface="Arial" pitchFamily="34" charset="0"/>
              <a:buChar char="–"/>
              <a:defRPr sz="2100" kern="1200">
                <a:solidFill>
                  <a:schemeClr val="tx1"/>
                </a:solidFill>
                <a:latin typeface="Trebuchet MS" pitchFamily="34" charset="0"/>
                <a:ea typeface="+mn-ea"/>
                <a:cs typeface="+mn-cs"/>
              </a:defRPr>
            </a:lvl2pPr>
            <a:lvl3pPr marL="1763397" indent="-489833" algn="l" defTabSz="3761915" rtl="0" eaLnBrk="1" latinLnBrk="0" hangingPunct="1">
              <a:spcBef>
                <a:spcPct val="20000"/>
              </a:spcBef>
              <a:buFont typeface="Arial" pitchFamily="34" charset="0"/>
              <a:buChar char="•"/>
              <a:defRPr sz="2100" kern="1200">
                <a:solidFill>
                  <a:schemeClr val="tx1"/>
                </a:solidFill>
                <a:latin typeface="Trebuchet MS" pitchFamily="34" charset="0"/>
                <a:ea typeface="+mn-ea"/>
                <a:cs typeface="+mn-cs"/>
              </a:defRPr>
            </a:lvl3pPr>
            <a:lvl4pPr marL="2302214" indent="-538817" algn="l" defTabSz="3761915" rtl="0" eaLnBrk="1" latinLnBrk="0" hangingPunct="1">
              <a:spcBef>
                <a:spcPct val="20000"/>
              </a:spcBef>
              <a:buFont typeface="Arial" pitchFamily="34" charset="0"/>
              <a:buChar char="–"/>
              <a:defRPr sz="2100" kern="1200">
                <a:solidFill>
                  <a:schemeClr val="tx1"/>
                </a:solidFill>
                <a:latin typeface="Trebuchet MS" pitchFamily="34" charset="0"/>
                <a:ea typeface="+mn-ea"/>
                <a:cs typeface="+mn-cs"/>
              </a:defRPr>
            </a:lvl4pPr>
            <a:lvl5pPr marL="2694080" indent="-391866" algn="l" defTabSz="3761915" rtl="0" eaLnBrk="1" latinLnBrk="0" hangingPunct="1">
              <a:spcBef>
                <a:spcPct val="20000"/>
              </a:spcBef>
              <a:buFont typeface="Arial" pitchFamily="34" charset="0"/>
              <a:buChar char="»"/>
              <a:defRPr sz="2100" kern="1200">
                <a:solidFill>
                  <a:schemeClr val="tx1"/>
                </a:solidFill>
                <a:latin typeface="Trebuchet MS" pitchFamily="34" charset="0"/>
                <a:ea typeface="+mn-ea"/>
                <a:cs typeface="+mn-cs"/>
              </a:defRPr>
            </a:lvl5pPr>
            <a:lvl6pPr marL="10345266" indent="-940479" algn="l" defTabSz="3761915" rtl="0" eaLnBrk="1" latinLnBrk="0" hangingPunct="1">
              <a:spcBef>
                <a:spcPct val="20000"/>
              </a:spcBef>
              <a:buFont typeface="Arial" pitchFamily="34" charset="0"/>
              <a:buChar char="•"/>
              <a:defRPr sz="8300" kern="1200">
                <a:solidFill>
                  <a:schemeClr val="tx1"/>
                </a:solidFill>
                <a:latin typeface="+mn-lt"/>
                <a:ea typeface="+mn-ea"/>
                <a:cs typeface="+mn-cs"/>
              </a:defRPr>
            </a:lvl6pPr>
            <a:lvl7pPr marL="12226223" indent="-940479" algn="l" defTabSz="3761915" rtl="0" eaLnBrk="1" latinLnBrk="0" hangingPunct="1">
              <a:spcBef>
                <a:spcPct val="20000"/>
              </a:spcBef>
              <a:buFont typeface="Arial" pitchFamily="34" charset="0"/>
              <a:buChar char="•"/>
              <a:defRPr sz="8300" kern="1200">
                <a:solidFill>
                  <a:schemeClr val="tx1"/>
                </a:solidFill>
                <a:latin typeface="+mn-lt"/>
                <a:ea typeface="+mn-ea"/>
                <a:cs typeface="+mn-cs"/>
              </a:defRPr>
            </a:lvl7pPr>
            <a:lvl8pPr marL="14107181" indent="-940479" algn="l" defTabSz="3761915" rtl="0" eaLnBrk="1" latinLnBrk="0" hangingPunct="1">
              <a:spcBef>
                <a:spcPct val="20000"/>
              </a:spcBef>
              <a:buFont typeface="Arial" pitchFamily="34" charset="0"/>
              <a:buChar char="•"/>
              <a:defRPr sz="8300" kern="1200">
                <a:solidFill>
                  <a:schemeClr val="tx1"/>
                </a:solidFill>
                <a:latin typeface="+mn-lt"/>
                <a:ea typeface="+mn-ea"/>
                <a:cs typeface="+mn-cs"/>
              </a:defRPr>
            </a:lvl8pPr>
            <a:lvl9pPr marL="15988137" indent="-940479" algn="l" defTabSz="3761915" rtl="0" eaLnBrk="1" latinLnBrk="0" hangingPunct="1">
              <a:spcBef>
                <a:spcPct val="20000"/>
              </a:spcBef>
              <a:buFont typeface="Arial" pitchFamily="34" charset="0"/>
              <a:buChar char="•"/>
              <a:defRPr sz="8300" kern="1200">
                <a:solidFill>
                  <a:schemeClr val="tx1"/>
                </a:solidFill>
                <a:latin typeface="+mn-lt"/>
                <a:ea typeface="+mn-ea"/>
                <a:cs typeface="+mn-cs"/>
              </a:defRPr>
            </a:lvl9pPr>
          </a:lstStyle>
          <a:p>
            <a:pPr marL="342900" marR="0" lvl="0" indent="-342900" algn="l" defTabSz="3761915" rtl="0" eaLnBrk="1" fontAlgn="auto" latinLnBrk="0" hangingPunct="1">
              <a:lnSpc>
                <a:spcPct val="100000"/>
              </a:lnSpc>
              <a:spcBef>
                <a:spcPct val="20000"/>
              </a:spcBef>
              <a:spcAft>
                <a:spcPts val="0"/>
              </a:spcAft>
              <a:buClrTx/>
              <a:buSzTx/>
              <a:buFont typeface="Arial" pitchFamily="34" charset="0"/>
              <a:buChar char="•"/>
              <a:tabLst/>
              <a:defRPr/>
            </a:pPr>
            <a:r>
              <a:rPr kumimoji="0" lang="en-US" sz="2000" b="0" i="0" u="none" strike="noStrike" kern="1200" cap="none" spc="0" normalizeH="0" baseline="0" noProof="0" dirty="0">
                <a:ln>
                  <a:noFill/>
                </a:ln>
                <a:solidFill>
                  <a:schemeClr val="tx1"/>
                </a:solidFill>
                <a:effectLst/>
                <a:uLnTx/>
                <a:uFillTx/>
                <a:latin typeface="Verdana" panose="020B0604030504040204" pitchFamily="34" charset="0"/>
                <a:ea typeface="Verdana" panose="020B0604030504040204" pitchFamily="34" charset="0"/>
                <a:cs typeface="Verdana" panose="020B0604030504040204" pitchFamily="34" charset="0"/>
              </a:rPr>
              <a:t>The coupling between the chromosphere and corona is crucial for understanding solar wind mass and energy flux.</a:t>
            </a:r>
          </a:p>
          <a:p>
            <a:pPr marL="342900" marR="0" lvl="0" indent="-342900" algn="l" defTabSz="3761915" rtl="0" eaLnBrk="1" fontAlgn="auto" latinLnBrk="0" hangingPunct="1">
              <a:lnSpc>
                <a:spcPct val="100000"/>
              </a:lnSpc>
              <a:spcBef>
                <a:spcPct val="20000"/>
              </a:spcBef>
              <a:spcAft>
                <a:spcPts val="0"/>
              </a:spcAft>
              <a:buClrTx/>
              <a:buSzTx/>
              <a:buFont typeface="Arial" pitchFamily="34" charset="0"/>
              <a:buChar char="•"/>
              <a:tabLst/>
              <a:defRPr/>
            </a:pPr>
            <a:r>
              <a:rPr kumimoji="0" lang="en-US" sz="2000" b="0" i="0" u="none" strike="noStrike" kern="1200" cap="none" spc="0" normalizeH="0" baseline="0" noProof="0" dirty="0">
                <a:ln>
                  <a:noFill/>
                </a:ln>
                <a:solidFill>
                  <a:schemeClr val="tx1"/>
                </a:solidFill>
                <a:effectLst/>
                <a:uLnTx/>
                <a:uFillTx/>
                <a:latin typeface="Verdana" panose="020B0604030504040204" pitchFamily="34" charset="0"/>
                <a:ea typeface="Verdana" panose="020B0604030504040204" pitchFamily="34" charset="0"/>
                <a:cs typeface="Verdana" panose="020B0604030504040204" pitchFamily="34" charset="0"/>
              </a:rPr>
              <a:t>A time-dependent two-fluid MHD model of the chromosphere is integrated into the Space Weather Modeling Framework (SWMF) to address this.</a:t>
            </a:r>
          </a:p>
          <a:p>
            <a:pPr marL="342900" marR="0" lvl="0" indent="-342900" algn="l" defTabSz="3761915" rtl="0" eaLnBrk="1" fontAlgn="auto" latinLnBrk="0" hangingPunct="1">
              <a:lnSpc>
                <a:spcPct val="100000"/>
              </a:lnSpc>
              <a:spcBef>
                <a:spcPct val="20000"/>
              </a:spcBef>
              <a:spcAft>
                <a:spcPts val="0"/>
              </a:spcAft>
              <a:buClrTx/>
              <a:buSzTx/>
              <a:buFont typeface="Arial" pitchFamily="34" charset="0"/>
              <a:buChar char="•"/>
              <a:tabLst/>
              <a:defRPr/>
            </a:pPr>
            <a:r>
              <a:rPr kumimoji="0" lang="en-US" sz="2000" b="0" i="0" u="none" strike="noStrike" kern="1200" cap="none" spc="0" normalizeH="0" baseline="0" noProof="0" dirty="0">
                <a:ln>
                  <a:noFill/>
                </a:ln>
                <a:solidFill>
                  <a:schemeClr val="tx1"/>
                </a:solidFill>
                <a:effectLst/>
                <a:uLnTx/>
                <a:uFillTx/>
                <a:latin typeface="Verdana" panose="020B0604030504040204" pitchFamily="34" charset="0"/>
                <a:ea typeface="Verdana" panose="020B0604030504040204" pitchFamily="34" charset="0"/>
                <a:cs typeface="Verdana" panose="020B0604030504040204" pitchFamily="34" charset="0"/>
              </a:rPr>
              <a:t>Current models use simplified boundary conditions, lacking accurate </a:t>
            </a:r>
            <a:r>
              <a:rPr kumimoji="0" lang="en-US" sz="2000" b="0" i="0" u="none" strike="noStrike" kern="1200" cap="none" spc="0" normalizeH="0" baseline="0" noProof="0" dirty="0" err="1">
                <a:ln>
                  <a:noFill/>
                </a:ln>
                <a:solidFill>
                  <a:schemeClr val="tx1"/>
                </a:solidFill>
                <a:effectLst/>
                <a:uLnTx/>
                <a:uFillTx/>
                <a:latin typeface="Verdana" panose="020B0604030504040204" pitchFamily="34" charset="0"/>
                <a:ea typeface="Verdana" panose="020B0604030504040204" pitchFamily="34" charset="0"/>
                <a:cs typeface="Verdana" panose="020B0604030504040204" pitchFamily="34" charset="0"/>
              </a:rPr>
              <a:t>chromospheric</a:t>
            </a:r>
            <a:r>
              <a:rPr kumimoji="0" lang="en-US" sz="2000" b="0" i="0" u="none" strike="noStrike" kern="1200" cap="none" spc="0" normalizeH="0" baseline="0" noProof="0" dirty="0">
                <a:ln>
                  <a:noFill/>
                </a:ln>
                <a:solidFill>
                  <a:schemeClr val="tx1"/>
                </a:solidFill>
                <a:effectLst/>
                <a:uLnTx/>
                <a:uFillTx/>
                <a:latin typeface="Verdana" panose="020B0604030504040204" pitchFamily="34" charset="0"/>
                <a:ea typeface="Verdana" panose="020B0604030504040204" pitchFamily="34" charset="0"/>
                <a:cs typeface="Verdana" panose="020B0604030504040204" pitchFamily="34" charset="0"/>
              </a:rPr>
              <a:t> temperatures, densities, and plasma dynamics.</a:t>
            </a:r>
          </a:p>
          <a:p>
            <a:pPr marL="342900" marR="0" lvl="0" indent="-342900" algn="l" defTabSz="3761915" rtl="0" eaLnBrk="1" fontAlgn="auto" latinLnBrk="0" hangingPunct="1">
              <a:lnSpc>
                <a:spcPct val="100000"/>
              </a:lnSpc>
              <a:spcBef>
                <a:spcPct val="20000"/>
              </a:spcBef>
              <a:spcAft>
                <a:spcPts val="0"/>
              </a:spcAft>
              <a:buClrTx/>
              <a:buSzTx/>
              <a:buFont typeface="Arial" pitchFamily="34" charset="0"/>
              <a:buChar char="•"/>
              <a:tabLst/>
              <a:defRPr/>
            </a:pPr>
            <a:r>
              <a:rPr kumimoji="0" lang="en-US" sz="2000" b="0" i="0" u="none" strike="noStrike" kern="1200" cap="none" spc="0" normalizeH="0" baseline="0" noProof="0" dirty="0" err="1">
                <a:ln>
                  <a:noFill/>
                </a:ln>
                <a:solidFill>
                  <a:schemeClr val="tx1"/>
                </a:solidFill>
                <a:effectLst/>
                <a:uLnTx/>
                <a:uFillTx/>
                <a:latin typeface="Verdana" panose="020B0604030504040204" pitchFamily="34" charset="0"/>
                <a:ea typeface="Verdana" panose="020B0604030504040204" pitchFamily="34" charset="0"/>
                <a:cs typeface="Verdana" panose="020B0604030504040204" pitchFamily="34" charset="0"/>
              </a:rPr>
              <a:t>Chromospheric</a:t>
            </a:r>
            <a:r>
              <a:rPr kumimoji="0" lang="en-US" sz="2000" b="0" i="0" u="none" strike="noStrike" kern="1200" cap="none" spc="0" normalizeH="0" baseline="0" noProof="0" dirty="0">
                <a:ln>
                  <a:noFill/>
                </a:ln>
                <a:solidFill>
                  <a:schemeClr val="tx1"/>
                </a:solidFill>
                <a:effectLst/>
                <a:uLnTx/>
                <a:uFillTx/>
                <a:latin typeface="Verdana" panose="020B0604030504040204" pitchFamily="34" charset="0"/>
                <a:ea typeface="Verdana" panose="020B0604030504040204" pitchFamily="34" charset="0"/>
                <a:cs typeface="Verdana" panose="020B0604030504040204" pitchFamily="34" charset="0"/>
              </a:rPr>
              <a:t> evaporation, driven by heat conduction and plasma heating, governs mass and energy exchange between the regions.</a:t>
            </a:r>
          </a:p>
          <a:p>
            <a:pPr marL="342900" marR="0" lvl="0" indent="-342900" algn="l" defTabSz="3761915" rtl="0" eaLnBrk="1" fontAlgn="auto" latinLnBrk="0" hangingPunct="1">
              <a:lnSpc>
                <a:spcPct val="100000"/>
              </a:lnSpc>
              <a:spcBef>
                <a:spcPct val="20000"/>
              </a:spcBef>
              <a:spcAft>
                <a:spcPts val="0"/>
              </a:spcAft>
              <a:buClrTx/>
              <a:buSzTx/>
              <a:buFont typeface="Arial" pitchFamily="34" charset="0"/>
              <a:buChar char="•"/>
              <a:tabLst/>
              <a:defRPr/>
            </a:pPr>
            <a:r>
              <a:rPr kumimoji="0" lang="en-US" sz="2000" b="0" i="0" u="none" strike="noStrike" kern="1200" cap="none" spc="0" normalizeH="0" baseline="0" noProof="0" dirty="0">
                <a:ln>
                  <a:noFill/>
                </a:ln>
                <a:solidFill>
                  <a:schemeClr val="tx1"/>
                </a:solidFill>
                <a:effectLst/>
                <a:uLnTx/>
                <a:uFillTx/>
                <a:latin typeface="Verdana" panose="020B0604030504040204" pitchFamily="34" charset="0"/>
                <a:ea typeface="Verdana" panose="020B0604030504040204" pitchFamily="34" charset="0"/>
                <a:cs typeface="Verdana" panose="020B0604030504040204" pitchFamily="34" charset="0"/>
              </a:rPr>
              <a:t>We implement a chromosphere model that self-consistently couples to the corona to simulate this exchange.</a:t>
            </a:r>
          </a:p>
        </p:txBody>
      </p:sp>
      <p:sp>
        <p:nvSpPr>
          <p:cNvPr id="6" name="Text Placeholder 166">
            <a:extLst>
              <a:ext uri="{FF2B5EF4-FFF2-40B4-BE49-F238E27FC236}">
                <a16:creationId xmlns:a16="http://schemas.microsoft.com/office/drawing/2014/main" id="{741A2324-59E5-60B0-C4A5-18525B28193F}"/>
              </a:ext>
            </a:extLst>
          </p:cNvPr>
          <p:cNvSpPr txBox="1">
            <a:spLocks/>
          </p:cNvSpPr>
          <p:nvPr/>
        </p:nvSpPr>
        <p:spPr>
          <a:xfrm>
            <a:off x="2121170" y="10673969"/>
            <a:ext cx="9104598" cy="4185761"/>
          </a:xfrm>
          <a:prstGeom prst="rect">
            <a:avLst/>
          </a:prstGeom>
        </p:spPr>
        <p:txBody>
          <a:bodyPr wrap="square" lIns="91440" tIns="91440" rIns="91440" bIns="91440">
            <a:spAutoFit/>
          </a:bodyPr>
          <a:lstStyle>
            <a:lvl1pPr marL="0" indent="0" algn="l" defTabSz="3761915" rtl="0" eaLnBrk="1" latinLnBrk="0" hangingPunct="1">
              <a:spcBef>
                <a:spcPct val="20000"/>
              </a:spcBef>
              <a:buFont typeface="Arial" pitchFamily="34" charset="0"/>
              <a:buNone/>
              <a:defRPr sz="2000" kern="1200">
                <a:solidFill>
                  <a:schemeClr val="accent5">
                    <a:lumMod val="50000"/>
                  </a:schemeClr>
                </a:solidFill>
                <a:latin typeface="Times New Roman" panose="02020603050405020304" pitchFamily="18" charset="0"/>
                <a:ea typeface="+mn-ea"/>
                <a:cs typeface="Times New Roman" panose="02020603050405020304" pitchFamily="18" charset="0"/>
              </a:defRPr>
            </a:lvl1pPr>
            <a:lvl2pPr marL="1273565" indent="-489833" algn="l" defTabSz="3761915" rtl="0" eaLnBrk="1" latinLnBrk="0" hangingPunct="1">
              <a:spcBef>
                <a:spcPct val="20000"/>
              </a:spcBef>
              <a:buFont typeface="Arial" pitchFamily="34" charset="0"/>
              <a:buChar char="–"/>
              <a:defRPr sz="2100" kern="1200">
                <a:solidFill>
                  <a:schemeClr val="tx1"/>
                </a:solidFill>
                <a:latin typeface="Trebuchet MS" pitchFamily="34" charset="0"/>
                <a:ea typeface="+mn-ea"/>
                <a:cs typeface="+mn-cs"/>
              </a:defRPr>
            </a:lvl2pPr>
            <a:lvl3pPr marL="1763397" indent="-489833" algn="l" defTabSz="3761915" rtl="0" eaLnBrk="1" latinLnBrk="0" hangingPunct="1">
              <a:spcBef>
                <a:spcPct val="20000"/>
              </a:spcBef>
              <a:buFont typeface="Arial" pitchFamily="34" charset="0"/>
              <a:buChar char="•"/>
              <a:defRPr sz="2100" kern="1200">
                <a:solidFill>
                  <a:schemeClr val="tx1"/>
                </a:solidFill>
                <a:latin typeface="Trebuchet MS" pitchFamily="34" charset="0"/>
                <a:ea typeface="+mn-ea"/>
                <a:cs typeface="+mn-cs"/>
              </a:defRPr>
            </a:lvl3pPr>
            <a:lvl4pPr marL="2302214" indent="-538817" algn="l" defTabSz="3761915" rtl="0" eaLnBrk="1" latinLnBrk="0" hangingPunct="1">
              <a:spcBef>
                <a:spcPct val="20000"/>
              </a:spcBef>
              <a:buFont typeface="Arial" pitchFamily="34" charset="0"/>
              <a:buChar char="–"/>
              <a:defRPr sz="2100" kern="1200">
                <a:solidFill>
                  <a:schemeClr val="tx1"/>
                </a:solidFill>
                <a:latin typeface="Trebuchet MS" pitchFamily="34" charset="0"/>
                <a:ea typeface="+mn-ea"/>
                <a:cs typeface="+mn-cs"/>
              </a:defRPr>
            </a:lvl4pPr>
            <a:lvl5pPr marL="2694080" indent="-391866" algn="l" defTabSz="3761915" rtl="0" eaLnBrk="1" latinLnBrk="0" hangingPunct="1">
              <a:spcBef>
                <a:spcPct val="20000"/>
              </a:spcBef>
              <a:buFont typeface="Arial" pitchFamily="34" charset="0"/>
              <a:buChar char="»"/>
              <a:defRPr sz="2100" kern="1200">
                <a:solidFill>
                  <a:schemeClr val="tx1"/>
                </a:solidFill>
                <a:latin typeface="Trebuchet MS" pitchFamily="34" charset="0"/>
                <a:ea typeface="+mn-ea"/>
                <a:cs typeface="+mn-cs"/>
              </a:defRPr>
            </a:lvl5pPr>
            <a:lvl6pPr marL="10345266" indent="-940479" algn="l" defTabSz="3761915" rtl="0" eaLnBrk="1" latinLnBrk="0" hangingPunct="1">
              <a:spcBef>
                <a:spcPct val="20000"/>
              </a:spcBef>
              <a:buFont typeface="Arial" pitchFamily="34" charset="0"/>
              <a:buChar char="•"/>
              <a:defRPr sz="8300" kern="1200">
                <a:solidFill>
                  <a:schemeClr val="tx1"/>
                </a:solidFill>
                <a:latin typeface="+mn-lt"/>
                <a:ea typeface="+mn-ea"/>
                <a:cs typeface="+mn-cs"/>
              </a:defRPr>
            </a:lvl6pPr>
            <a:lvl7pPr marL="12226223" indent="-940479" algn="l" defTabSz="3761915" rtl="0" eaLnBrk="1" latinLnBrk="0" hangingPunct="1">
              <a:spcBef>
                <a:spcPct val="20000"/>
              </a:spcBef>
              <a:buFont typeface="Arial" pitchFamily="34" charset="0"/>
              <a:buChar char="•"/>
              <a:defRPr sz="8300" kern="1200">
                <a:solidFill>
                  <a:schemeClr val="tx1"/>
                </a:solidFill>
                <a:latin typeface="+mn-lt"/>
                <a:ea typeface="+mn-ea"/>
                <a:cs typeface="+mn-cs"/>
              </a:defRPr>
            </a:lvl7pPr>
            <a:lvl8pPr marL="14107181" indent="-940479" algn="l" defTabSz="3761915" rtl="0" eaLnBrk="1" latinLnBrk="0" hangingPunct="1">
              <a:spcBef>
                <a:spcPct val="20000"/>
              </a:spcBef>
              <a:buFont typeface="Arial" pitchFamily="34" charset="0"/>
              <a:buChar char="•"/>
              <a:defRPr sz="8300" kern="1200">
                <a:solidFill>
                  <a:schemeClr val="tx1"/>
                </a:solidFill>
                <a:latin typeface="+mn-lt"/>
                <a:ea typeface="+mn-ea"/>
                <a:cs typeface="+mn-cs"/>
              </a:defRPr>
            </a:lvl8pPr>
            <a:lvl9pPr marL="15988137" indent="-940479" algn="l" defTabSz="3761915" rtl="0" eaLnBrk="1" latinLnBrk="0" hangingPunct="1">
              <a:spcBef>
                <a:spcPct val="20000"/>
              </a:spcBef>
              <a:buFont typeface="Arial" pitchFamily="34" charset="0"/>
              <a:buChar char="•"/>
              <a:defRPr sz="8300" kern="1200">
                <a:solidFill>
                  <a:schemeClr val="tx1"/>
                </a:solidFill>
                <a:latin typeface="+mn-lt"/>
                <a:ea typeface="+mn-ea"/>
                <a:cs typeface="+mn-cs"/>
              </a:defRPr>
            </a:lvl9pPr>
          </a:lstStyle>
          <a:p>
            <a:pPr marL="342900" marR="0" lvl="0" indent="-342900" algn="l" defTabSz="3761915"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2800" b="1" i="0" u="none" strike="noStrike" kern="1200" cap="none" spc="0" normalizeH="0" baseline="0" noProof="0" dirty="0">
                <a:ln>
                  <a:noFill/>
                </a:ln>
                <a:solidFill>
                  <a:schemeClr val="tx1"/>
                </a:solidFill>
                <a:effectLst/>
                <a:uLnTx/>
                <a:uFillTx/>
                <a:latin typeface="Verdana" panose="020B0604030504040204" pitchFamily="34" charset="0"/>
                <a:ea typeface="Verdana" panose="020B0604030504040204" pitchFamily="34" charset="0"/>
                <a:cs typeface="Verdana" panose="020B0604030504040204" pitchFamily="34" charset="0"/>
              </a:rPr>
              <a:t>Chromosphere</a:t>
            </a:r>
          </a:p>
          <a:p>
            <a:pPr marL="342900" marR="0" lvl="0" indent="-342900" algn="l" defTabSz="3761915"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chemeClr val="tx1"/>
                </a:solidFill>
                <a:effectLst/>
                <a:uLnTx/>
                <a:uFillTx/>
                <a:latin typeface="Verdana" panose="020B0604030504040204" pitchFamily="34" charset="0"/>
                <a:ea typeface="Verdana" panose="020B0604030504040204" pitchFamily="34" charset="0"/>
                <a:cs typeface="Verdana" panose="020B0604030504040204" pitchFamily="34" charset="0"/>
              </a:rPr>
              <a:t>Thin atmospheric layer between the photosphere and corona.</a:t>
            </a:r>
          </a:p>
          <a:p>
            <a:pPr marL="342900" marR="0" lvl="0" indent="-342900" algn="l" defTabSz="3761915"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chemeClr val="tx1"/>
                </a:solidFill>
                <a:effectLst/>
                <a:uLnTx/>
                <a:uFillTx/>
                <a:latin typeface="Verdana" panose="020B0604030504040204" pitchFamily="34" charset="0"/>
                <a:ea typeface="Verdana" panose="020B0604030504040204" pitchFamily="34" charset="0"/>
                <a:cs typeface="Verdana" panose="020B0604030504040204" pitchFamily="34" charset="0"/>
              </a:rPr>
              <a:t>Plays a key role in mass and energy transfer to the corona and solar wind.</a:t>
            </a:r>
          </a:p>
          <a:p>
            <a:pPr marL="342900" marR="0" lvl="0" indent="-342900" algn="l" defTabSz="3761915"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chemeClr val="tx1"/>
                </a:solidFill>
                <a:effectLst/>
                <a:uLnTx/>
                <a:uFillTx/>
                <a:latin typeface="Verdana" panose="020B0604030504040204" pitchFamily="34" charset="0"/>
                <a:ea typeface="Verdana" panose="020B0604030504040204" pitchFamily="34" charset="0"/>
                <a:cs typeface="Verdana" panose="020B0604030504040204" pitchFamily="34" charset="0"/>
              </a:rPr>
              <a:t>Sharp changes in density and temperature (~10³ to 10⁴ K).</a:t>
            </a:r>
          </a:p>
          <a:p>
            <a:pPr marL="342900" marR="0" lvl="0" indent="-342900" algn="l" defTabSz="3761915"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chemeClr val="tx1"/>
                </a:solidFill>
                <a:effectLst/>
                <a:uLnTx/>
                <a:uFillTx/>
                <a:latin typeface="Verdana" panose="020B0604030504040204" pitchFamily="34" charset="0"/>
                <a:ea typeface="Verdana" panose="020B0604030504040204" pitchFamily="34" charset="0"/>
                <a:cs typeface="Verdana" panose="020B0604030504040204" pitchFamily="34" charset="0"/>
              </a:rPr>
              <a:t>Complex processes like </a:t>
            </a:r>
            <a:r>
              <a:rPr kumimoji="0" lang="en-US" sz="2000" b="0" i="0" u="none" strike="noStrike" kern="1200" cap="none" spc="0" normalizeH="0" baseline="0" noProof="0" dirty="0" err="1">
                <a:ln>
                  <a:noFill/>
                </a:ln>
                <a:solidFill>
                  <a:schemeClr val="tx1"/>
                </a:solidFill>
                <a:effectLst/>
                <a:uLnTx/>
                <a:uFillTx/>
                <a:latin typeface="Verdana" panose="020B0604030504040204" pitchFamily="34" charset="0"/>
                <a:ea typeface="Verdana" panose="020B0604030504040204" pitchFamily="34" charset="0"/>
                <a:cs typeface="Verdana" panose="020B0604030504040204" pitchFamily="34" charset="0"/>
              </a:rPr>
              <a:t>chromospheric</a:t>
            </a:r>
            <a:r>
              <a:rPr kumimoji="0" lang="en-US" sz="2000" b="0" i="0" u="none" strike="noStrike" kern="1200" cap="none" spc="0" normalizeH="0" baseline="0" noProof="0" dirty="0">
                <a:ln>
                  <a:noFill/>
                </a:ln>
                <a:solidFill>
                  <a:schemeClr val="tx1"/>
                </a:solidFill>
                <a:effectLst/>
                <a:uLnTx/>
                <a:uFillTx/>
                <a:latin typeface="Verdana" panose="020B0604030504040204" pitchFamily="34" charset="0"/>
                <a:ea typeface="Verdana" panose="020B0604030504040204" pitchFamily="34" charset="0"/>
                <a:cs typeface="Verdana" panose="020B0604030504040204" pitchFamily="34" charset="0"/>
              </a:rPr>
              <a:t> evaporation, spicules, and wave heating occur.</a:t>
            </a:r>
          </a:p>
          <a:p>
            <a:pPr marL="342900" marR="0" lvl="0" indent="-342900" algn="l" defTabSz="3761915" rtl="0" eaLnBrk="1" fontAlgn="auto" latinLnBrk="0" hangingPunct="1">
              <a:lnSpc>
                <a:spcPct val="100000"/>
              </a:lnSpc>
              <a:spcBef>
                <a:spcPct val="20000"/>
              </a:spcBef>
              <a:spcAft>
                <a:spcPts val="0"/>
              </a:spcAft>
              <a:buClrTx/>
              <a:buSzTx/>
              <a:buFont typeface="Arial" panose="020B0604020202020204" pitchFamily="34" charset="0"/>
              <a:buChar char="•"/>
              <a:tabLst/>
              <a:defRPr/>
            </a:pPr>
            <a:endParaRPr kumimoji="0" lang="en-US" sz="2000" b="0" i="0" u="none" strike="noStrike" kern="1200" cap="none" spc="0" normalizeH="0" baseline="0" noProof="0" dirty="0">
              <a:ln>
                <a:noFill/>
              </a:ln>
              <a:solidFill>
                <a:schemeClr val="tx1"/>
              </a:solidFill>
              <a:effectLst/>
              <a:uLnTx/>
              <a:uFillTx/>
              <a:latin typeface="Verdana" panose="020B0604030504040204" pitchFamily="34" charset="0"/>
              <a:ea typeface="Verdana" panose="020B0604030504040204" pitchFamily="34" charset="0"/>
              <a:cs typeface="Verdana" panose="020B0604030504040204" pitchFamily="34" charset="0"/>
            </a:endParaRPr>
          </a:p>
          <a:p>
            <a:pPr marL="0" marR="0" lvl="0" indent="0" algn="l" defTabSz="3761915" rtl="0" eaLnBrk="1" fontAlgn="auto" latinLnBrk="0" hangingPunct="1">
              <a:lnSpc>
                <a:spcPct val="100000"/>
              </a:lnSpc>
              <a:spcBef>
                <a:spcPct val="20000"/>
              </a:spcBef>
              <a:spcAft>
                <a:spcPts val="0"/>
              </a:spcAft>
              <a:buClrTx/>
              <a:buSzTx/>
              <a:buFont typeface="Arial" pitchFamily="34" charset="0"/>
              <a:buNone/>
              <a:tabLst/>
              <a:defRPr/>
            </a:pPr>
            <a:endParaRPr kumimoji="0" lang="en-US" sz="2000" b="0" i="0" u="none" strike="noStrike" kern="1200" cap="none" spc="0" normalizeH="0" baseline="0" noProof="0" dirty="0">
              <a:ln>
                <a:noFill/>
              </a:ln>
              <a:solidFill>
                <a:schemeClr val="tx1"/>
              </a:solidFill>
              <a:effectLst/>
              <a:uLnTx/>
              <a:uFillTx/>
              <a:latin typeface="Verdana" panose="020B0604030504040204" pitchFamily="34" charset="0"/>
              <a:ea typeface="Verdana" panose="020B0604030504040204" pitchFamily="34" charset="0"/>
              <a:cs typeface="Verdana" panose="020B0604030504040204" pitchFamily="34" charset="0"/>
            </a:endParaRPr>
          </a:p>
          <a:p>
            <a:pPr marL="0" marR="0" lvl="0" indent="0" algn="l" defTabSz="3761915" rtl="0" eaLnBrk="1" fontAlgn="auto" latinLnBrk="0" hangingPunct="1">
              <a:lnSpc>
                <a:spcPct val="100000"/>
              </a:lnSpc>
              <a:spcBef>
                <a:spcPct val="20000"/>
              </a:spcBef>
              <a:spcAft>
                <a:spcPts val="0"/>
              </a:spcAft>
              <a:buClrTx/>
              <a:buSzTx/>
              <a:buFont typeface="Arial" pitchFamily="34" charset="0"/>
              <a:buNone/>
              <a:tabLst/>
              <a:defRPr/>
            </a:pPr>
            <a:endParaRPr kumimoji="0" lang="en-US" sz="2000" b="0" i="0" u="none" strike="noStrike" kern="1200" cap="none" spc="0" normalizeH="0" baseline="0" noProof="0" dirty="0">
              <a:ln>
                <a:noFill/>
              </a:ln>
              <a:solidFill>
                <a:schemeClr val="tx1"/>
              </a:solidFill>
              <a:effectLst/>
              <a:uLnTx/>
              <a:uFillTx/>
              <a:latin typeface="Verdana" panose="020B0604030504040204" pitchFamily="34" charset="0"/>
              <a:ea typeface="Verdana" panose="020B0604030504040204" pitchFamily="34" charset="0"/>
              <a:cs typeface="Verdana" panose="020B0604030504040204" pitchFamily="34" charset="0"/>
            </a:endParaRPr>
          </a:p>
          <a:p>
            <a:pPr marL="0" marR="0" lvl="0" indent="0" algn="l" defTabSz="3761915" rtl="0" eaLnBrk="1" fontAlgn="auto" latinLnBrk="0" hangingPunct="1">
              <a:lnSpc>
                <a:spcPct val="100000"/>
              </a:lnSpc>
              <a:spcBef>
                <a:spcPct val="20000"/>
              </a:spcBef>
              <a:spcAft>
                <a:spcPts val="0"/>
              </a:spcAft>
              <a:buClrTx/>
              <a:buSzTx/>
              <a:buFont typeface="Arial" pitchFamily="34" charset="0"/>
              <a:buNone/>
              <a:tabLst/>
              <a:defRPr/>
            </a:pPr>
            <a:endParaRPr kumimoji="0" lang="en-US" sz="2000" b="0" i="0" u="none" strike="noStrike" kern="1200" cap="none" spc="0" normalizeH="0" baseline="0" noProof="0" dirty="0">
              <a:ln>
                <a:noFill/>
              </a:ln>
              <a:solidFill>
                <a:schemeClr val="tx1"/>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11" name="TextBox 10">
            <a:extLst>
              <a:ext uri="{FF2B5EF4-FFF2-40B4-BE49-F238E27FC236}">
                <a16:creationId xmlns:a16="http://schemas.microsoft.com/office/drawing/2014/main" id="{5849FEE3-D1B6-76FD-37A9-EC19DEDDD4A8}"/>
              </a:ext>
            </a:extLst>
          </p:cNvPr>
          <p:cNvSpPr txBox="1"/>
          <p:nvPr/>
        </p:nvSpPr>
        <p:spPr>
          <a:xfrm>
            <a:off x="12179872" y="10972152"/>
            <a:ext cx="4143320" cy="5521512"/>
          </a:xfrm>
          <a:prstGeom prst="rect">
            <a:avLst/>
          </a:prstGeom>
          <a:noFill/>
        </p:spPr>
        <p:txBody>
          <a:bodyPr wrap="square" rtlCol="0">
            <a:spAutoFit/>
          </a:bodyPr>
          <a:lstStyle/>
          <a:p>
            <a:pPr marL="342900" marR="0" lvl="0" indent="-342900" algn="l" defTabSz="3761915"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2400" b="1"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Chromospheric</a:t>
            </a:r>
            <a:r>
              <a:rPr kumimoji="0" lang="en-US" sz="24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 Evaporation:</a:t>
            </a:r>
          </a:p>
          <a:p>
            <a:pPr marL="342900" marR="0" lvl="0" indent="-342900" algn="l" defTabSz="3761915"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Mass and energy coupling driven by downward heat conduction from the SC.</a:t>
            </a:r>
          </a:p>
          <a:p>
            <a:pPr marL="342900" marR="0" lvl="0" indent="-342900" algn="l" defTabSz="3761915"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Results in upward plasma motion and enthalpy flux from the chromosphere to the corona.</a:t>
            </a:r>
          </a:p>
          <a:p>
            <a:pPr marL="342900" marR="0" lvl="0" indent="-342900" algn="l" defTabSz="3761915"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24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Need for Integration:</a:t>
            </a:r>
          </a:p>
          <a:p>
            <a:pPr marL="342900" marR="0" lvl="0" indent="-342900" algn="l" defTabSz="3761915"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Quantitative simulation of energy and mass exchange requires coupling a detailed </a:t>
            </a:r>
            <a:r>
              <a:rPr kumimoji="0" lang="en-US" sz="20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chromospheric</a:t>
            </a:r>
            <a:r>
              <a:rPr kumimoji="0" lang="en-US" sz="2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 model with the SC model in SWMF.</a:t>
            </a:r>
            <a:endParaRPr lang="en-US" dirty="0">
              <a:latin typeface="Verdana" panose="020B0604030504040204" pitchFamily="34" charset="0"/>
              <a:ea typeface="Verdana" panose="020B0604030504040204" pitchFamily="34" charset="0"/>
              <a:cs typeface="Verdana" panose="020B0604030504040204" pitchFamily="34" charset="0"/>
            </a:endParaRPr>
          </a:p>
        </p:txBody>
      </p:sp>
      <p:sp>
        <p:nvSpPr>
          <p:cNvPr id="14" name="Text Placeholder 173">
            <a:extLst>
              <a:ext uri="{FF2B5EF4-FFF2-40B4-BE49-F238E27FC236}">
                <a16:creationId xmlns:a16="http://schemas.microsoft.com/office/drawing/2014/main" id="{69E39988-8807-7B94-0630-1536DCE6E697}"/>
              </a:ext>
            </a:extLst>
          </p:cNvPr>
          <p:cNvSpPr txBox="1">
            <a:spLocks/>
          </p:cNvSpPr>
          <p:nvPr/>
        </p:nvSpPr>
        <p:spPr>
          <a:xfrm>
            <a:off x="16733570" y="17842832"/>
            <a:ext cx="4626817" cy="2769989"/>
          </a:xfrm>
          <a:prstGeom prst="rect">
            <a:avLst/>
          </a:prstGeom>
        </p:spPr>
        <p:txBody>
          <a:bodyPr wrap="square" lIns="91440" tIns="91440" rIns="91440" bIns="91440">
            <a:spAutoFit/>
          </a:bodyPr>
          <a:lstStyle>
            <a:lvl1pPr marL="0" indent="0" algn="l" defTabSz="3761915" rtl="0" eaLnBrk="1" latinLnBrk="0" hangingPunct="1">
              <a:spcBef>
                <a:spcPct val="20000"/>
              </a:spcBef>
              <a:buFont typeface="Arial" pitchFamily="34" charset="0"/>
              <a:buNone/>
              <a:defRPr sz="2000" kern="1200">
                <a:solidFill>
                  <a:schemeClr val="accent5">
                    <a:lumMod val="50000"/>
                  </a:schemeClr>
                </a:solidFill>
                <a:latin typeface="Times New Roman" panose="02020603050405020304" pitchFamily="18" charset="0"/>
                <a:ea typeface="+mn-ea"/>
                <a:cs typeface="Times New Roman" panose="02020603050405020304" pitchFamily="18" charset="0"/>
              </a:defRPr>
            </a:lvl1pPr>
            <a:lvl2pPr marL="1273565" indent="-489833" algn="l" defTabSz="3761915" rtl="0" eaLnBrk="1" latinLnBrk="0" hangingPunct="1">
              <a:spcBef>
                <a:spcPct val="20000"/>
              </a:spcBef>
              <a:buFont typeface="Arial" pitchFamily="34" charset="0"/>
              <a:buChar char="–"/>
              <a:defRPr sz="2100" kern="1200">
                <a:solidFill>
                  <a:schemeClr val="tx1"/>
                </a:solidFill>
                <a:latin typeface="Trebuchet MS" pitchFamily="34" charset="0"/>
                <a:ea typeface="+mn-ea"/>
                <a:cs typeface="+mn-cs"/>
              </a:defRPr>
            </a:lvl2pPr>
            <a:lvl3pPr marL="1763397" indent="-489833" algn="l" defTabSz="3761915" rtl="0" eaLnBrk="1" latinLnBrk="0" hangingPunct="1">
              <a:spcBef>
                <a:spcPct val="20000"/>
              </a:spcBef>
              <a:buFont typeface="Arial" pitchFamily="34" charset="0"/>
              <a:buChar char="•"/>
              <a:defRPr sz="2100" kern="1200">
                <a:solidFill>
                  <a:schemeClr val="tx1"/>
                </a:solidFill>
                <a:latin typeface="Trebuchet MS" pitchFamily="34" charset="0"/>
                <a:ea typeface="+mn-ea"/>
                <a:cs typeface="+mn-cs"/>
              </a:defRPr>
            </a:lvl3pPr>
            <a:lvl4pPr marL="2302214" indent="-538817" algn="l" defTabSz="3761915" rtl="0" eaLnBrk="1" latinLnBrk="0" hangingPunct="1">
              <a:spcBef>
                <a:spcPct val="20000"/>
              </a:spcBef>
              <a:buFont typeface="Arial" pitchFamily="34" charset="0"/>
              <a:buChar char="–"/>
              <a:defRPr sz="2100" kern="1200">
                <a:solidFill>
                  <a:schemeClr val="tx1"/>
                </a:solidFill>
                <a:latin typeface="Trebuchet MS" pitchFamily="34" charset="0"/>
                <a:ea typeface="+mn-ea"/>
                <a:cs typeface="+mn-cs"/>
              </a:defRPr>
            </a:lvl4pPr>
            <a:lvl5pPr marL="2694080" indent="-391866" algn="l" defTabSz="3761915" rtl="0" eaLnBrk="1" latinLnBrk="0" hangingPunct="1">
              <a:spcBef>
                <a:spcPct val="20000"/>
              </a:spcBef>
              <a:buFont typeface="Arial" pitchFamily="34" charset="0"/>
              <a:buChar char="»"/>
              <a:defRPr sz="2100" kern="1200">
                <a:solidFill>
                  <a:schemeClr val="tx1"/>
                </a:solidFill>
                <a:latin typeface="Trebuchet MS" pitchFamily="34" charset="0"/>
                <a:ea typeface="+mn-ea"/>
                <a:cs typeface="+mn-cs"/>
              </a:defRPr>
            </a:lvl5pPr>
            <a:lvl6pPr marL="10345266" indent="-940479" algn="l" defTabSz="3761915" rtl="0" eaLnBrk="1" latinLnBrk="0" hangingPunct="1">
              <a:spcBef>
                <a:spcPct val="20000"/>
              </a:spcBef>
              <a:buFont typeface="Arial" pitchFamily="34" charset="0"/>
              <a:buChar char="•"/>
              <a:defRPr sz="8300" kern="1200">
                <a:solidFill>
                  <a:schemeClr val="tx1"/>
                </a:solidFill>
                <a:latin typeface="+mn-lt"/>
                <a:ea typeface="+mn-ea"/>
                <a:cs typeface="+mn-cs"/>
              </a:defRPr>
            </a:lvl6pPr>
            <a:lvl7pPr marL="12226223" indent="-940479" algn="l" defTabSz="3761915" rtl="0" eaLnBrk="1" latinLnBrk="0" hangingPunct="1">
              <a:spcBef>
                <a:spcPct val="20000"/>
              </a:spcBef>
              <a:buFont typeface="Arial" pitchFamily="34" charset="0"/>
              <a:buChar char="•"/>
              <a:defRPr sz="8300" kern="1200">
                <a:solidFill>
                  <a:schemeClr val="tx1"/>
                </a:solidFill>
                <a:latin typeface="+mn-lt"/>
                <a:ea typeface="+mn-ea"/>
                <a:cs typeface="+mn-cs"/>
              </a:defRPr>
            </a:lvl7pPr>
            <a:lvl8pPr marL="14107181" indent="-940479" algn="l" defTabSz="3761915" rtl="0" eaLnBrk="1" latinLnBrk="0" hangingPunct="1">
              <a:spcBef>
                <a:spcPct val="20000"/>
              </a:spcBef>
              <a:buFont typeface="Arial" pitchFamily="34" charset="0"/>
              <a:buChar char="•"/>
              <a:defRPr sz="8300" kern="1200">
                <a:solidFill>
                  <a:schemeClr val="tx1"/>
                </a:solidFill>
                <a:latin typeface="+mn-lt"/>
                <a:ea typeface="+mn-ea"/>
                <a:cs typeface="+mn-cs"/>
              </a:defRPr>
            </a:lvl8pPr>
            <a:lvl9pPr marL="15988137" indent="-940479" algn="l" defTabSz="3761915" rtl="0" eaLnBrk="1" latinLnBrk="0" hangingPunct="1">
              <a:spcBef>
                <a:spcPct val="20000"/>
              </a:spcBef>
              <a:buFont typeface="Arial" pitchFamily="34" charset="0"/>
              <a:buChar char="•"/>
              <a:defRPr sz="8300" kern="1200">
                <a:solidFill>
                  <a:schemeClr val="tx1"/>
                </a:solidFill>
                <a:latin typeface="+mn-lt"/>
                <a:ea typeface="+mn-ea"/>
                <a:cs typeface="+mn-cs"/>
              </a:defRPr>
            </a:lvl9pPr>
          </a:lstStyle>
          <a:p>
            <a:pPr marL="0" marR="0" lvl="0" indent="0" algn="l" defTabSz="3761915" rtl="0" eaLnBrk="1" fontAlgn="auto" latinLnBrk="0" hangingPunct="1">
              <a:lnSpc>
                <a:spcPct val="100000"/>
              </a:lnSpc>
              <a:spcBef>
                <a:spcPct val="20000"/>
              </a:spcBef>
              <a:spcAft>
                <a:spcPts val="0"/>
              </a:spcAft>
              <a:buClrTx/>
              <a:buSzTx/>
              <a:buFont typeface="Arial" pitchFamily="34" charset="0"/>
              <a:buNone/>
              <a:tabLst/>
              <a:defRPr/>
            </a:pPr>
            <a:r>
              <a:rPr kumimoji="0" lang="en-US" sz="2000" b="0" i="0" u="none" strike="noStrike" kern="1200" cap="none" spc="0" normalizeH="0" baseline="0" noProof="0" dirty="0">
                <a:ln>
                  <a:noFill/>
                </a:ln>
                <a:solidFill>
                  <a:schemeClr val="tx1"/>
                </a:solidFill>
                <a:effectLst/>
                <a:uLnTx/>
                <a:uFillTx/>
                <a:latin typeface="Verdana" panose="020B0604030504040204" pitchFamily="34" charset="0"/>
                <a:ea typeface="Verdana" panose="020B0604030504040204" pitchFamily="34" charset="0"/>
                <a:cs typeface="Verdana" panose="020B0604030504040204" pitchFamily="34" charset="0"/>
              </a:rPr>
              <a:t>Let’s focus on a spherical shell.</a:t>
            </a:r>
          </a:p>
          <a:p>
            <a:pPr marL="342900" marR="0" lvl="0" indent="-342900" algn="l" defTabSz="3761915" rtl="0" eaLnBrk="1" fontAlgn="auto" latinLnBrk="0" hangingPunct="1">
              <a:lnSpc>
                <a:spcPct val="100000"/>
              </a:lnSpc>
              <a:spcBef>
                <a:spcPct val="20000"/>
              </a:spcBef>
              <a:spcAft>
                <a:spcPts val="0"/>
              </a:spcAft>
              <a:buClrTx/>
              <a:buSzTx/>
              <a:buFont typeface="Arial" pitchFamily="34" charset="0"/>
              <a:buChar char="•"/>
              <a:tabLst/>
              <a:defRPr/>
            </a:pPr>
            <a:r>
              <a:rPr kumimoji="0" lang="en-US" sz="2000" b="0" i="0" u="none" strike="noStrike" kern="1200" cap="none" spc="0" normalizeH="0" baseline="0" noProof="0" dirty="0">
                <a:ln>
                  <a:noFill/>
                </a:ln>
                <a:solidFill>
                  <a:schemeClr val="tx1"/>
                </a:solidFill>
                <a:effectLst/>
                <a:uLnTx/>
                <a:uFillTx/>
                <a:latin typeface="Verdana" panose="020B0604030504040204" pitchFamily="34" charset="0"/>
                <a:ea typeface="Verdana" panose="020B0604030504040204" pitchFamily="34" charset="0"/>
                <a:cs typeface="Verdana" panose="020B0604030504040204" pitchFamily="34" charset="0"/>
              </a:rPr>
              <a:t>Assume that the B field doesn’t change, and it’s fixed to be a potential field. Also, assume that v || B.</a:t>
            </a:r>
          </a:p>
          <a:p>
            <a:pPr marL="342900" marR="0" lvl="0" indent="-342900" algn="l" defTabSz="3761915" rtl="0" eaLnBrk="1" fontAlgn="auto" latinLnBrk="0" hangingPunct="1">
              <a:lnSpc>
                <a:spcPct val="100000"/>
              </a:lnSpc>
              <a:spcBef>
                <a:spcPct val="20000"/>
              </a:spcBef>
              <a:spcAft>
                <a:spcPts val="0"/>
              </a:spcAft>
              <a:buClrTx/>
              <a:buSzTx/>
              <a:buFont typeface="Arial" pitchFamily="34" charset="0"/>
              <a:buChar char="•"/>
              <a:tabLst/>
              <a:defRPr/>
            </a:pPr>
            <a:r>
              <a:rPr kumimoji="0" lang="en-US" sz="2000" b="0" i="0" u="none" strike="noStrike" kern="1200" cap="none" spc="0" normalizeH="0" baseline="0" noProof="0" dirty="0">
                <a:ln>
                  <a:noFill/>
                </a:ln>
                <a:solidFill>
                  <a:schemeClr val="tx1"/>
                </a:solidFill>
                <a:effectLst/>
                <a:uLnTx/>
                <a:uFillTx/>
                <a:latin typeface="Verdana" panose="020B0604030504040204" pitchFamily="34" charset="0"/>
                <a:ea typeface="Verdana" panose="020B0604030504040204" pitchFamily="34" charset="0"/>
                <a:cs typeface="Verdana" panose="020B0604030504040204" pitchFamily="34" charset="0"/>
              </a:rPr>
              <a:t>Divide the open field line threads in the shell region into a series of flux tubes.</a:t>
            </a:r>
          </a:p>
        </p:txBody>
      </p:sp>
      <p:sp>
        <p:nvSpPr>
          <p:cNvPr id="15" name="TextBox 14">
            <a:extLst>
              <a:ext uri="{FF2B5EF4-FFF2-40B4-BE49-F238E27FC236}">
                <a16:creationId xmlns:a16="http://schemas.microsoft.com/office/drawing/2014/main" id="{4C26302D-DA8F-6360-9318-9AD2E8488FA4}"/>
              </a:ext>
            </a:extLst>
          </p:cNvPr>
          <p:cNvSpPr txBox="1"/>
          <p:nvPr/>
        </p:nvSpPr>
        <p:spPr>
          <a:xfrm>
            <a:off x="22312452" y="4482558"/>
            <a:ext cx="3250871" cy="2062103"/>
          </a:xfrm>
          <a:prstGeom prst="rect">
            <a:avLst/>
          </a:prstGeom>
          <a:noFill/>
        </p:spPr>
        <p:txBody>
          <a:bodyPr wrap="square" rtlCol="0">
            <a:spAutoFit/>
          </a:bodyPr>
          <a:lstStyle/>
          <a:p>
            <a:pPr marL="342900" indent="-342900">
              <a:buFont typeface="Arial" panose="020B0604020202020204" pitchFamily="34" charset="0"/>
              <a:buChar char="•"/>
            </a:pPr>
            <a:r>
              <a:rPr lang="en-US" sz="2400" b="1" dirty="0">
                <a:latin typeface="Verdana" panose="020B0604030504040204" pitchFamily="34" charset="0"/>
                <a:ea typeface="Verdana" panose="020B0604030504040204" pitchFamily="34" charset="0"/>
                <a:cs typeface="Verdana" panose="020B0604030504040204" pitchFamily="34" charset="0"/>
              </a:rPr>
              <a:t>3D MHD equations</a:t>
            </a:r>
          </a:p>
          <a:p>
            <a:pPr marL="342900" indent="-342900">
              <a:buFont typeface="Arial" panose="020B0604020202020204" pitchFamily="34" charset="0"/>
              <a:buChar char="•"/>
            </a:pPr>
            <a:r>
              <a:rPr lang="en-US" sz="2000" dirty="0">
                <a:latin typeface="Verdana" panose="020B0604030504040204" pitchFamily="34" charset="0"/>
                <a:ea typeface="Verdana" panose="020B0604030504040204" pitchFamily="34" charset="0"/>
                <a:cs typeface="Verdana" panose="020B0604030504040204" pitchFamily="34" charset="0"/>
              </a:rPr>
              <a:t>13 variables.</a:t>
            </a:r>
          </a:p>
          <a:p>
            <a:pPr marL="342900" indent="-342900">
              <a:buFont typeface="Arial" panose="020B0604020202020204" pitchFamily="34" charset="0"/>
              <a:buChar char="•"/>
            </a:pPr>
            <a:r>
              <a:rPr lang="en-US" sz="2000" dirty="0">
                <a:latin typeface="Verdana" panose="020B0604030504040204" pitchFamily="34" charset="0"/>
                <a:ea typeface="Verdana" panose="020B0604030504040204" pitchFamily="34" charset="0"/>
                <a:cs typeface="Verdana" panose="020B0604030504040204" pitchFamily="34" charset="0"/>
              </a:rPr>
              <a:t>B field can evolve with time.</a:t>
            </a:r>
          </a:p>
          <a:p>
            <a:pPr marL="342900" indent="-342900">
              <a:buFont typeface="Arial" panose="020B0604020202020204" pitchFamily="34" charset="0"/>
              <a:buChar char="•"/>
            </a:pPr>
            <a:r>
              <a:rPr lang="en-US" sz="2000" dirty="0">
                <a:latin typeface="Verdana" panose="020B0604030504040204" pitchFamily="34" charset="0"/>
                <a:ea typeface="Verdana" panose="020B0604030504040204" pitchFamily="34" charset="0"/>
                <a:cs typeface="Verdana" panose="020B0604030504040204" pitchFamily="34" charset="0"/>
              </a:rPr>
              <a:t>Spatial derivatives.</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p:sp>
        <p:nvSpPr>
          <p:cNvPr id="18" name="Text Placeholder 274">
            <a:extLst>
              <a:ext uri="{FF2B5EF4-FFF2-40B4-BE49-F238E27FC236}">
                <a16:creationId xmlns:a16="http://schemas.microsoft.com/office/drawing/2014/main" id="{53C4F3B2-CCF1-4BEA-5622-C10FD1B67F26}"/>
              </a:ext>
            </a:extLst>
          </p:cNvPr>
          <p:cNvSpPr txBox="1">
            <a:spLocks/>
          </p:cNvSpPr>
          <p:nvPr/>
        </p:nvSpPr>
        <p:spPr>
          <a:xfrm>
            <a:off x="22314470" y="13230556"/>
            <a:ext cx="9148569" cy="2769989"/>
          </a:xfrm>
          <a:prstGeom prst="rect">
            <a:avLst/>
          </a:prstGeom>
        </p:spPr>
        <p:txBody>
          <a:bodyPr wrap="square" lIns="91440" tIns="91440" rIns="91440" bIns="91440">
            <a:spAutoFit/>
          </a:bodyPr>
          <a:lstStyle>
            <a:lvl1pPr marL="0" indent="0" algn="l" defTabSz="3761915" rtl="0" eaLnBrk="1" latinLnBrk="0" hangingPunct="1">
              <a:spcBef>
                <a:spcPct val="20000"/>
              </a:spcBef>
              <a:buFont typeface="Arial" pitchFamily="34" charset="0"/>
              <a:buNone/>
              <a:defRPr sz="2000" kern="1200">
                <a:solidFill>
                  <a:schemeClr val="accent5">
                    <a:lumMod val="50000"/>
                  </a:schemeClr>
                </a:solidFill>
                <a:latin typeface="Times New Roman" panose="02020603050405020304" pitchFamily="18" charset="0"/>
                <a:ea typeface="+mn-ea"/>
                <a:cs typeface="Times New Roman" panose="02020603050405020304" pitchFamily="18" charset="0"/>
              </a:defRPr>
            </a:lvl1pPr>
            <a:lvl2pPr marL="1273565" indent="-489833" algn="l" defTabSz="3761915" rtl="0" eaLnBrk="1" latinLnBrk="0" hangingPunct="1">
              <a:spcBef>
                <a:spcPct val="20000"/>
              </a:spcBef>
              <a:buFont typeface="Arial" pitchFamily="34" charset="0"/>
              <a:buChar char="–"/>
              <a:defRPr sz="2100" kern="1200">
                <a:solidFill>
                  <a:schemeClr val="tx1"/>
                </a:solidFill>
                <a:latin typeface="Trebuchet MS" pitchFamily="34" charset="0"/>
                <a:ea typeface="+mn-ea"/>
                <a:cs typeface="+mn-cs"/>
              </a:defRPr>
            </a:lvl2pPr>
            <a:lvl3pPr marL="1763397" indent="-489833" algn="l" defTabSz="3761915" rtl="0" eaLnBrk="1" latinLnBrk="0" hangingPunct="1">
              <a:spcBef>
                <a:spcPct val="20000"/>
              </a:spcBef>
              <a:buFont typeface="Arial" pitchFamily="34" charset="0"/>
              <a:buChar char="•"/>
              <a:defRPr sz="2100" kern="1200">
                <a:solidFill>
                  <a:schemeClr val="tx1"/>
                </a:solidFill>
                <a:latin typeface="Trebuchet MS" pitchFamily="34" charset="0"/>
                <a:ea typeface="+mn-ea"/>
                <a:cs typeface="+mn-cs"/>
              </a:defRPr>
            </a:lvl3pPr>
            <a:lvl4pPr marL="2302214" indent="-538817" algn="l" defTabSz="3761915" rtl="0" eaLnBrk="1" latinLnBrk="0" hangingPunct="1">
              <a:spcBef>
                <a:spcPct val="20000"/>
              </a:spcBef>
              <a:buFont typeface="Arial" pitchFamily="34" charset="0"/>
              <a:buChar char="–"/>
              <a:defRPr sz="2100" kern="1200">
                <a:solidFill>
                  <a:schemeClr val="tx1"/>
                </a:solidFill>
                <a:latin typeface="Trebuchet MS" pitchFamily="34" charset="0"/>
                <a:ea typeface="+mn-ea"/>
                <a:cs typeface="+mn-cs"/>
              </a:defRPr>
            </a:lvl4pPr>
            <a:lvl5pPr marL="2694080" indent="-391866" algn="l" defTabSz="3761915" rtl="0" eaLnBrk="1" latinLnBrk="0" hangingPunct="1">
              <a:spcBef>
                <a:spcPct val="20000"/>
              </a:spcBef>
              <a:buFont typeface="Arial" pitchFamily="34" charset="0"/>
              <a:buChar char="»"/>
              <a:defRPr sz="2100" kern="1200">
                <a:solidFill>
                  <a:schemeClr val="tx1"/>
                </a:solidFill>
                <a:latin typeface="Trebuchet MS" pitchFamily="34" charset="0"/>
                <a:ea typeface="+mn-ea"/>
                <a:cs typeface="+mn-cs"/>
              </a:defRPr>
            </a:lvl5pPr>
            <a:lvl6pPr marL="10345266" indent="-940479" algn="l" defTabSz="3761915" rtl="0" eaLnBrk="1" latinLnBrk="0" hangingPunct="1">
              <a:spcBef>
                <a:spcPct val="20000"/>
              </a:spcBef>
              <a:buFont typeface="Arial" pitchFamily="34" charset="0"/>
              <a:buChar char="•"/>
              <a:defRPr sz="8300" kern="1200">
                <a:solidFill>
                  <a:schemeClr val="tx1"/>
                </a:solidFill>
                <a:latin typeface="+mn-lt"/>
                <a:ea typeface="+mn-ea"/>
                <a:cs typeface="+mn-cs"/>
              </a:defRPr>
            </a:lvl6pPr>
            <a:lvl7pPr marL="12226223" indent="-940479" algn="l" defTabSz="3761915" rtl="0" eaLnBrk="1" latinLnBrk="0" hangingPunct="1">
              <a:spcBef>
                <a:spcPct val="20000"/>
              </a:spcBef>
              <a:buFont typeface="Arial" pitchFamily="34" charset="0"/>
              <a:buChar char="•"/>
              <a:defRPr sz="8300" kern="1200">
                <a:solidFill>
                  <a:schemeClr val="tx1"/>
                </a:solidFill>
                <a:latin typeface="+mn-lt"/>
                <a:ea typeface="+mn-ea"/>
                <a:cs typeface="+mn-cs"/>
              </a:defRPr>
            </a:lvl7pPr>
            <a:lvl8pPr marL="14107181" indent="-940479" algn="l" defTabSz="3761915" rtl="0" eaLnBrk="1" latinLnBrk="0" hangingPunct="1">
              <a:spcBef>
                <a:spcPct val="20000"/>
              </a:spcBef>
              <a:buFont typeface="Arial" pitchFamily="34" charset="0"/>
              <a:buChar char="•"/>
              <a:defRPr sz="8300" kern="1200">
                <a:solidFill>
                  <a:schemeClr val="tx1"/>
                </a:solidFill>
                <a:latin typeface="+mn-lt"/>
                <a:ea typeface="+mn-ea"/>
                <a:cs typeface="+mn-cs"/>
              </a:defRPr>
            </a:lvl8pPr>
            <a:lvl9pPr marL="15988137" indent="-940479" algn="l" defTabSz="3761915" rtl="0" eaLnBrk="1" latinLnBrk="0" hangingPunct="1">
              <a:spcBef>
                <a:spcPct val="20000"/>
              </a:spcBef>
              <a:buFont typeface="Arial" pitchFamily="34" charset="0"/>
              <a:buChar char="•"/>
              <a:defRPr sz="8300" kern="1200">
                <a:solidFill>
                  <a:schemeClr val="tx1"/>
                </a:solidFill>
                <a:latin typeface="+mn-lt"/>
                <a:ea typeface="+mn-ea"/>
                <a:cs typeface="+mn-cs"/>
              </a:defRPr>
            </a:lvl9pPr>
          </a:lstStyle>
          <a:p>
            <a:pPr marL="342900" marR="0" lvl="0" indent="-342900" algn="l" defTabSz="3761915" rtl="0" eaLnBrk="1" fontAlgn="auto" latinLnBrk="0" hangingPunct="1">
              <a:lnSpc>
                <a:spcPct val="100000"/>
              </a:lnSpc>
              <a:spcBef>
                <a:spcPct val="20000"/>
              </a:spcBef>
              <a:spcAft>
                <a:spcPts val="0"/>
              </a:spcAft>
              <a:buClrTx/>
              <a:buSzTx/>
              <a:buFont typeface="Arial" pitchFamily="34" charset="0"/>
              <a:buChar char="•"/>
              <a:tabLst/>
              <a:defRPr/>
            </a:pPr>
            <a:r>
              <a:rPr kumimoji="0" lang="en-US" sz="2400" b="1" i="0" u="none" strike="noStrike" kern="1200" cap="none" spc="0" normalizeH="0" baseline="0" noProof="0" dirty="0">
                <a:ln>
                  <a:noFill/>
                </a:ln>
                <a:solidFill>
                  <a:schemeClr val="tx1"/>
                </a:solidFill>
                <a:effectLst/>
                <a:uLnTx/>
                <a:uFillTx/>
                <a:latin typeface="Verdana" panose="020B0604030504040204" pitchFamily="34" charset="0"/>
                <a:ea typeface="Verdana" panose="020B0604030504040204" pitchFamily="34" charset="0"/>
                <a:cs typeface="Verdana" panose="020B0604030504040204" pitchFamily="34" charset="0"/>
              </a:rPr>
              <a:t>The physical </a:t>
            </a:r>
            <a:r>
              <a:rPr lang="en-US" sz="2400" b="1" dirty="0">
                <a:solidFill>
                  <a:schemeClr val="tx1"/>
                </a:solidFill>
                <a:latin typeface="Verdana" panose="020B0604030504040204" pitchFamily="34" charset="0"/>
                <a:ea typeface="Verdana" panose="020B0604030504040204" pitchFamily="34" charset="0"/>
                <a:cs typeface="Verdana" panose="020B0604030504040204" pitchFamily="34" charset="0"/>
              </a:rPr>
              <a:t>e</a:t>
            </a:r>
            <a:r>
              <a:rPr kumimoji="0" lang="en-US" sz="2400" b="1" i="0" u="none" strike="noStrike" kern="1200" cap="none" spc="0" normalizeH="0" baseline="0" noProof="0" dirty="0" err="1">
                <a:ln>
                  <a:noFill/>
                </a:ln>
                <a:solidFill>
                  <a:schemeClr val="tx1"/>
                </a:solidFill>
                <a:effectLst/>
                <a:uLnTx/>
                <a:uFillTx/>
                <a:latin typeface="Verdana" panose="020B0604030504040204" pitchFamily="34" charset="0"/>
                <a:ea typeface="Verdana" panose="020B0604030504040204" pitchFamily="34" charset="0"/>
                <a:cs typeface="Verdana" panose="020B0604030504040204" pitchFamily="34" charset="0"/>
              </a:rPr>
              <a:t>ffects</a:t>
            </a:r>
            <a:r>
              <a:rPr kumimoji="0" lang="en-US" sz="2400" b="1" i="0" u="none" strike="noStrike" kern="1200" cap="none" spc="0" normalizeH="0" baseline="0" noProof="0" dirty="0">
                <a:ln>
                  <a:noFill/>
                </a:ln>
                <a:solidFill>
                  <a:schemeClr val="tx1"/>
                </a:solidFill>
                <a:effectLst/>
                <a:uLnTx/>
                <a:uFillTx/>
                <a:latin typeface="Verdana" panose="020B0604030504040204" pitchFamily="34" charset="0"/>
                <a:ea typeface="Verdana" panose="020B0604030504040204" pitchFamily="34" charset="0"/>
                <a:cs typeface="Verdana" panose="020B0604030504040204" pitchFamily="34" charset="0"/>
              </a:rPr>
              <a:t> included in the field </a:t>
            </a:r>
            <a:r>
              <a:rPr lang="en-US" sz="2400" b="1" dirty="0">
                <a:solidFill>
                  <a:schemeClr val="tx1"/>
                </a:solidFill>
                <a:latin typeface="Verdana" panose="020B0604030504040204" pitchFamily="34" charset="0"/>
                <a:ea typeface="Verdana" panose="020B0604030504040204" pitchFamily="34" charset="0"/>
                <a:cs typeface="Verdana" panose="020B0604030504040204" pitchFamily="34" charset="0"/>
              </a:rPr>
              <a:t>a</a:t>
            </a:r>
            <a:r>
              <a:rPr kumimoji="0" lang="en-US" sz="2400" b="1" i="0" u="none" strike="noStrike" kern="1200" cap="none" spc="0" normalizeH="0" baseline="0" noProof="0" dirty="0" err="1">
                <a:ln>
                  <a:noFill/>
                </a:ln>
                <a:solidFill>
                  <a:schemeClr val="tx1"/>
                </a:solidFill>
                <a:effectLst/>
                <a:uLnTx/>
                <a:uFillTx/>
                <a:latin typeface="Verdana" panose="020B0604030504040204" pitchFamily="34" charset="0"/>
                <a:ea typeface="Verdana" panose="020B0604030504040204" pitchFamily="34" charset="0"/>
                <a:cs typeface="Verdana" panose="020B0604030504040204" pitchFamily="34" charset="0"/>
              </a:rPr>
              <a:t>ligned</a:t>
            </a:r>
            <a:r>
              <a:rPr kumimoji="0" lang="en-US" sz="2400" b="1" i="0" u="none" strike="noStrike" kern="1200" cap="none" spc="0" normalizeH="0" baseline="0" noProof="0" dirty="0">
                <a:ln>
                  <a:noFill/>
                </a:ln>
                <a:solidFill>
                  <a:schemeClr val="tx1"/>
                </a:solidFill>
                <a:effectLst/>
                <a:uLnTx/>
                <a:uFillTx/>
                <a:latin typeface="Verdana" panose="020B0604030504040204" pitchFamily="34" charset="0"/>
                <a:ea typeface="Verdana" panose="020B0604030504040204" pitchFamily="34" charset="0"/>
                <a:cs typeface="Verdana" panose="020B0604030504040204" pitchFamily="34" charset="0"/>
              </a:rPr>
              <a:t> two-fluid MHD model:</a:t>
            </a:r>
          </a:p>
          <a:p>
            <a:pPr marL="342900" marR="0" lvl="0" indent="-342900" algn="l" defTabSz="3761915" rtl="0" eaLnBrk="1" fontAlgn="auto" latinLnBrk="0" hangingPunct="1">
              <a:lnSpc>
                <a:spcPct val="100000"/>
              </a:lnSpc>
              <a:spcBef>
                <a:spcPct val="20000"/>
              </a:spcBef>
              <a:spcAft>
                <a:spcPts val="0"/>
              </a:spcAft>
              <a:buClrTx/>
              <a:buSzTx/>
              <a:buFont typeface="Arial" pitchFamily="34" charset="0"/>
              <a:buChar char="•"/>
              <a:tabLst/>
              <a:defRPr/>
            </a:pPr>
            <a:r>
              <a:rPr kumimoji="0" lang="en-US" sz="2000" b="0" i="0" u="none" strike="noStrike" kern="1200" cap="none" spc="0" normalizeH="0" baseline="0" noProof="0" dirty="0">
                <a:ln>
                  <a:noFill/>
                </a:ln>
                <a:solidFill>
                  <a:schemeClr val="tx1"/>
                </a:solidFill>
                <a:effectLst/>
                <a:uLnTx/>
                <a:uFillTx/>
                <a:latin typeface="Verdana" panose="020B0604030504040204" pitchFamily="34" charset="0"/>
                <a:ea typeface="Verdana" panose="020B0604030504040204" pitchFamily="34" charset="0"/>
                <a:cs typeface="Verdana" panose="020B0604030504040204" pitchFamily="34" charset="0"/>
              </a:rPr>
              <a:t>Ion, electron &amp; neutron pressures.</a:t>
            </a:r>
          </a:p>
          <a:p>
            <a:pPr marL="342900" marR="0" lvl="0" indent="-342900" algn="l" defTabSz="3761915" rtl="0" eaLnBrk="1" fontAlgn="auto" latinLnBrk="0" hangingPunct="1">
              <a:lnSpc>
                <a:spcPct val="100000"/>
              </a:lnSpc>
              <a:spcBef>
                <a:spcPct val="20000"/>
              </a:spcBef>
              <a:spcAft>
                <a:spcPts val="0"/>
              </a:spcAft>
              <a:buClrTx/>
              <a:buSzTx/>
              <a:buFont typeface="Arial" pitchFamily="34" charset="0"/>
              <a:buChar char="•"/>
              <a:tabLst/>
              <a:defRPr/>
            </a:pPr>
            <a:r>
              <a:rPr kumimoji="0" lang="en-US" sz="2000" b="0" i="0" u="none" strike="noStrike" kern="1200" cap="none" spc="0" normalizeH="0" baseline="0" noProof="0" dirty="0">
                <a:ln>
                  <a:noFill/>
                </a:ln>
                <a:solidFill>
                  <a:schemeClr val="tx1"/>
                </a:solidFill>
                <a:effectLst/>
                <a:uLnTx/>
                <a:uFillTx/>
                <a:latin typeface="Verdana" panose="020B0604030504040204" pitchFamily="34" charset="0"/>
                <a:ea typeface="Verdana" panose="020B0604030504040204" pitchFamily="34" charset="0"/>
                <a:cs typeface="Verdana" panose="020B0604030504040204" pitchFamily="34" charset="0"/>
              </a:rPr>
              <a:t>Heat conduction &amp; exchange.</a:t>
            </a:r>
          </a:p>
          <a:p>
            <a:pPr marL="342900" marR="0" lvl="0" indent="-342900" algn="l" defTabSz="3761915" rtl="0" eaLnBrk="1" fontAlgn="auto" latinLnBrk="0" hangingPunct="1">
              <a:lnSpc>
                <a:spcPct val="100000"/>
              </a:lnSpc>
              <a:spcBef>
                <a:spcPct val="20000"/>
              </a:spcBef>
              <a:spcAft>
                <a:spcPts val="0"/>
              </a:spcAft>
              <a:buClrTx/>
              <a:buSzTx/>
              <a:buFont typeface="Arial" pitchFamily="34" charset="0"/>
              <a:buChar char="•"/>
              <a:tabLst/>
              <a:defRPr/>
            </a:pPr>
            <a:r>
              <a:rPr kumimoji="0" lang="en-US" sz="2000" b="0" i="0" u="none" strike="noStrike" kern="1200" cap="none" spc="0" normalizeH="0" baseline="0" noProof="0" dirty="0">
                <a:ln>
                  <a:noFill/>
                </a:ln>
                <a:solidFill>
                  <a:schemeClr val="tx1"/>
                </a:solidFill>
                <a:effectLst/>
                <a:uLnTx/>
                <a:uFillTx/>
                <a:latin typeface="Verdana" panose="020B0604030504040204" pitchFamily="34" charset="0"/>
                <a:ea typeface="Verdana" panose="020B0604030504040204" pitchFamily="34" charset="0"/>
                <a:cs typeface="Verdana" panose="020B0604030504040204" pitchFamily="34" charset="0"/>
              </a:rPr>
              <a:t>Ion-neutron collisions.</a:t>
            </a:r>
          </a:p>
          <a:p>
            <a:pPr marL="342900" marR="0" lvl="0" indent="-342900" algn="l" defTabSz="3761915" rtl="0" eaLnBrk="1" fontAlgn="auto" latinLnBrk="0" hangingPunct="1">
              <a:lnSpc>
                <a:spcPct val="100000"/>
              </a:lnSpc>
              <a:spcBef>
                <a:spcPct val="20000"/>
              </a:spcBef>
              <a:spcAft>
                <a:spcPts val="0"/>
              </a:spcAft>
              <a:buClrTx/>
              <a:buSzTx/>
              <a:buFont typeface="Arial" pitchFamily="34" charset="0"/>
              <a:buChar char="•"/>
              <a:tabLst/>
              <a:defRPr/>
            </a:pPr>
            <a:r>
              <a:rPr kumimoji="0" lang="en-US" sz="2000" b="0" i="0" u="none" strike="noStrike" kern="1200" cap="none" spc="0" normalizeH="0" baseline="0" noProof="0" dirty="0">
                <a:ln>
                  <a:noFill/>
                </a:ln>
                <a:solidFill>
                  <a:schemeClr val="tx1"/>
                </a:solidFill>
                <a:effectLst/>
                <a:uLnTx/>
                <a:uFillTx/>
                <a:latin typeface="Verdana" panose="020B0604030504040204" pitchFamily="34" charset="0"/>
                <a:ea typeface="Verdana" panose="020B0604030504040204" pitchFamily="34" charset="0"/>
                <a:cs typeface="Verdana" panose="020B0604030504040204" pitchFamily="34" charset="0"/>
              </a:rPr>
              <a:t>Alfvén wave energy dissipation &amp; heating.</a:t>
            </a:r>
          </a:p>
          <a:p>
            <a:pPr marL="342900" marR="0" lvl="0" indent="-342900" algn="l" defTabSz="3761915" rtl="0" eaLnBrk="1" fontAlgn="auto" latinLnBrk="0" hangingPunct="1">
              <a:lnSpc>
                <a:spcPct val="100000"/>
              </a:lnSpc>
              <a:spcBef>
                <a:spcPct val="20000"/>
              </a:spcBef>
              <a:spcAft>
                <a:spcPts val="0"/>
              </a:spcAft>
              <a:buClrTx/>
              <a:buSzTx/>
              <a:buFont typeface="Arial" pitchFamily="34" charset="0"/>
              <a:buChar char="•"/>
              <a:tabLst/>
              <a:defRPr/>
            </a:pPr>
            <a:r>
              <a:rPr kumimoji="0" lang="en-US" sz="2000" b="0" i="0" u="none" strike="noStrike" kern="1200" cap="none" spc="0" normalizeH="0" baseline="0" noProof="0" dirty="0">
                <a:ln>
                  <a:noFill/>
                </a:ln>
                <a:solidFill>
                  <a:schemeClr val="tx1"/>
                </a:solidFill>
                <a:effectLst/>
                <a:uLnTx/>
                <a:uFillTx/>
                <a:latin typeface="Verdana" panose="020B0604030504040204" pitchFamily="34" charset="0"/>
                <a:ea typeface="Verdana" panose="020B0604030504040204" pitchFamily="34" charset="0"/>
                <a:cs typeface="Verdana" panose="020B0604030504040204" pitchFamily="34" charset="0"/>
              </a:rPr>
              <a:t>Ionization.</a:t>
            </a:r>
          </a:p>
        </p:txBody>
      </p:sp>
      <p:sp>
        <p:nvSpPr>
          <p:cNvPr id="21" name="Text Placeholder 257">
            <a:extLst>
              <a:ext uri="{FF2B5EF4-FFF2-40B4-BE49-F238E27FC236}">
                <a16:creationId xmlns:a16="http://schemas.microsoft.com/office/drawing/2014/main" id="{1A6B16C2-A219-C047-63B1-8C3F15BF10B3}"/>
              </a:ext>
            </a:extLst>
          </p:cNvPr>
          <p:cNvSpPr txBox="1">
            <a:spLocks/>
          </p:cNvSpPr>
          <p:nvPr/>
        </p:nvSpPr>
        <p:spPr>
          <a:xfrm>
            <a:off x="22312452" y="18631303"/>
            <a:ext cx="9148570" cy="1661993"/>
          </a:xfrm>
          <a:prstGeom prst="rect">
            <a:avLst/>
          </a:prstGeom>
        </p:spPr>
        <p:txBody>
          <a:bodyPr wrap="square" lIns="91440" tIns="91440" rIns="91440" bIns="91440">
            <a:spAutoFit/>
          </a:bodyPr>
          <a:lstStyle>
            <a:lvl1pPr marL="0" indent="0" algn="l" defTabSz="3761915" rtl="0" eaLnBrk="1" latinLnBrk="0" hangingPunct="1">
              <a:spcBef>
                <a:spcPct val="20000"/>
              </a:spcBef>
              <a:buFont typeface="Arial" pitchFamily="34" charset="0"/>
              <a:buNone/>
              <a:defRPr sz="2000" kern="1200">
                <a:solidFill>
                  <a:schemeClr val="accent5">
                    <a:lumMod val="50000"/>
                  </a:schemeClr>
                </a:solidFill>
                <a:latin typeface="Times New Roman" panose="02020603050405020304" pitchFamily="18" charset="0"/>
                <a:ea typeface="+mn-ea"/>
                <a:cs typeface="Times New Roman" panose="02020603050405020304" pitchFamily="18" charset="0"/>
              </a:defRPr>
            </a:lvl1pPr>
            <a:lvl2pPr marL="1273565" indent="-489833" algn="l" defTabSz="3761915" rtl="0" eaLnBrk="1" latinLnBrk="0" hangingPunct="1">
              <a:spcBef>
                <a:spcPct val="20000"/>
              </a:spcBef>
              <a:buFont typeface="Arial" pitchFamily="34" charset="0"/>
              <a:buChar char="–"/>
              <a:defRPr sz="2100" kern="1200">
                <a:solidFill>
                  <a:schemeClr val="tx1"/>
                </a:solidFill>
                <a:latin typeface="Trebuchet MS" pitchFamily="34" charset="0"/>
                <a:ea typeface="+mn-ea"/>
                <a:cs typeface="+mn-cs"/>
              </a:defRPr>
            </a:lvl2pPr>
            <a:lvl3pPr marL="1763397" indent="-489833" algn="l" defTabSz="3761915" rtl="0" eaLnBrk="1" latinLnBrk="0" hangingPunct="1">
              <a:spcBef>
                <a:spcPct val="20000"/>
              </a:spcBef>
              <a:buFont typeface="Arial" pitchFamily="34" charset="0"/>
              <a:buChar char="•"/>
              <a:defRPr sz="2100" kern="1200">
                <a:solidFill>
                  <a:schemeClr val="tx1"/>
                </a:solidFill>
                <a:latin typeface="Trebuchet MS" pitchFamily="34" charset="0"/>
                <a:ea typeface="+mn-ea"/>
                <a:cs typeface="+mn-cs"/>
              </a:defRPr>
            </a:lvl3pPr>
            <a:lvl4pPr marL="2302214" indent="-538817" algn="l" defTabSz="3761915" rtl="0" eaLnBrk="1" latinLnBrk="0" hangingPunct="1">
              <a:spcBef>
                <a:spcPct val="20000"/>
              </a:spcBef>
              <a:buFont typeface="Arial" pitchFamily="34" charset="0"/>
              <a:buChar char="–"/>
              <a:defRPr sz="2100" kern="1200">
                <a:solidFill>
                  <a:schemeClr val="tx1"/>
                </a:solidFill>
                <a:latin typeface="Trebuchet MS" pitchFamily="34" charset="0"/>
                <a:ea typeface="+mn-ea"/>
                <a:cs typeface="+mn-cs"/>
              </a:defRPr>
            </a:lvl4pPr>
            <a:lvl5pPr marL="2694080" indent="-391866" algn="l" defTabSz="3761915" rtl="0" eaLnBrk="1" latinLnBrk="0" hangingPunct="1">
              <a:spcBef>
                <a:spcPct val="20000"/>
              </a:spcBef>
              <a:buFont typeface="Arial" pitchFamily="34" charset="0"/>
              <a:buChar char="»"/>
              <a:defRPr sz="2100" kern="1200">
                <a:solidFill>
                  <a:schemeClr val="tx1"/>
                </a:solidFill>
                <a:latin typeface="Trebuchet MS" pitchFamily="34" charset="0"/>
                <a:ea typeface="+mn-ea"/>
                <a:cs typeface="+mn-cs"/>
              </a:defRPr>
            </a:lvl5pPr>
            <a:lvl6pPr marL="10345266" indent="-940479" algn="l" defTabSz="3761915" rtl="0" eaLnBrk="1" latinLnBrk="0" hangingPunct="1">
              <a:spcBef>
                <a:spcPct val="20000"/>
              </a:spcBef>
              <a:buFont typeface="Arial" pitchFamily="34" charset="0"/>
              <a:buChar char="•"/>
              <a:defRPr sz="8300" kern="1200">
                <a:solidFill>
                  <a:schemeClr val="tx1"/>
                </a:solidFill>
                <a:latin typeface="+mn-lt"/>
                <a:ea typeface="+mn-ea"/>
                <a:cs typeface="+mn-cs"/>
              </a:defRPr>
            </a:lvl6pPr>
            <a:lvl7pPr marL="12226223" indent="-940479" algn="l" defTabSz="3761915" rtl="0" eaLnBrk="1" latinLnBrk="0" hangingPunct="1">
              <a:spcBef>
                <a:spcPct val="20000"/>
              </a:spcBef>
              <a:buFont typeface="Arial" pitchFamily="34" charset="0"/>
              <a:buChar char="•"/>
              <a:defRPr sz="8300" kern="1200">
                <a:solidFill>
                  <a:schemeClr val="tx1"/>
                </a:solidFill>
                <a:latin typeface="+mn-lt"/>
                <a:ea typeface="+mn-ea"/>
                <a:cs typeface="+mn-cs"/>
              </a:defRPr>
            </a:lvl7pPr>
            <a:lvl8pPr marL="14107181" indent="-940479" algn="l" defTabSz="3761915" rtl="0" eaLnBrk="1" latinLnBrk="0" hangingPunct="1">
              <a:spcBef>
                <a:spcPct val="20000"/>
              </a:spcBef>
              <a:buFont typeface="Arial" pitchFamily="34" charset="0"/>
              <a:buChar char="•"/>
              <a:defRPr sz="8300" kern="1200">
                <a:solidFill>
                  <a:schemeClr val="tx1"/>
                </a:solidFill>
                <a:latin typeface="+mn-lt"/>
                <a:ea typeface="+mn-ea"/>
                <a:cs typeface="+mn-cs"/>
              </a:defRPr>
            </a:lvl8pPr>
            <a:lvl9pPr marL="15988137" indent="-940479" algn="l" defTabSz="3761915" rtl="0" eaLnBrk="1" latinLnBrk="0" hangingPunct="1">
              <a:spcBef>
                <a:spcPct val="20000"/>
              </a:spcBef>
              <a:buFont typeface="Arial" pitchFamily="34" charset="0"/>
              <a:buChar char="•"/>
              <a:defRPr sz="8300" kern="1200">
                <a:solidFill>
                  <a:schemeClr val="tx1"/>
                </a:solidFill>
                <a:latin typeface="+mn-lt"/>
                <a:ea typeface="+mn-ea"/>
                <a:cs typeface="+mn-cs"/>
              </a:defRPr>
            </a:lvl9pPr>
          </a:lstStyle>
          <a:p>
            <a:pPr marL="342900" marR="0" lvl="0" indent="-342900" algn="l" defTabSz="3761915" rtl="0" eaLnBrk="1" fontAlgn="auto" latinLnBrk="0" hangingPunct="1">
              <a:lnSpc>
                <a:spcPct val="100000"/>
              </a:lnSpc>
              <a:spcBef>
                <a:spcPct val="20000"/>
              </a:spcBef>
              <a:spcAft>
                <a:spcPts val="0"/>
              </a:spcAft>
              <a:buClrTx/>
              <a:buSzTx/>
              <a:buFont typeface="Arial" pitchFamily="34" charset="0"/>
              <a:buChar char="•"/>
              <a:tabLst/>
              <a:defRPr/>
            </a:pPr>
            <a:r>
              <a:rPr kumimoji="0" lang="en-US" sz="2400" b="1" i="0" u="none" strike="noStrike" kern="1200" cap="none" spc="0" normalizeH="0" baseline="0" noProof="0" dirty="0">
                <a:ln>
                  <a:noFill/>
                </a:ln>
                <a:solidFill>
                  <a:schemeClr val="tx1"/>
                </a:solidFill>
                <a:effectLst/>
                <a:uLnTx/>
                <a:uFillTx/>
                <a:latin typeface="Verdana" panose="020B0604030504040204" pitchFamily="34" charset="0"/>
                <a:ea typeface="Verdana" panose="020B0604030504040204" pitchFamily="34" charset="0"/>
                <a:cs typeface="Verdana" panose="020B0604030504040204" pitchFamily="34" charset="0"/>
              </a:rPr>
              <a:t>Schemes</a:t>
            </a:r>
            <a:endParaRPr kumimoji="0" lang="en-US" sz="2000" b="1" i="0" u="none" strike="noStrike" kern="1200" cap="none" spc="0" normalizeH="0" baseline="0" noProof="0" dirty="0">
              <a:ln>
                <a:noFill/>
              </a:ln>
              <a:solidFill>
                <a:schemeClr val="tx1"/>
              </a:solidFill>
              <a:effectLst/>
              <a:uLnTx/>
              <a:uFillTx/>
              <a:latin typeface="Verdana" panose="020B0604030504040204" pitchFamily="34" charset="0"/>
              <a:ea typeface="Verdana" panose="020B0604030504040204" pitchFamily="34" charset="0"/>
              <a:cs typeface="Verdana" panose="020B0604030504040204" pitchFamily="34" charset="0"/>
            </a:endParaRPr>
          </a:p>
          <a:p>
            <a:pPr marL="342900" marR="0" lvl="0" indent="-342900" algn="l" defTabSz="3761915" rtl="0" eaLnBrk="1" fontAlgn="auto" latinLnBrk="0" hangingPunct="1">
              <a:lnSpc>
                <a:spcPct val="100000"/>
              </a:lnSpc>
              <a:spcBef>
                <a:spcPct val="20000"/>
              </a:spcBef>
              <a:spcAft>
                <a:spcPts val="0"/>
              </a:spcAft>
              <a:buClrTx/>
              <a:buSzTx/>
              <a:buFont typeface="Arial" pitchFamily="34" charset="0"/>
              <a:buChar char="•"/>
              <a:tabLst/>
              <a:defRPr/>
            </a:pPr>
            <a:r>
              <a:rPr kumimoji="0" lang="en-US" sz="2000" b="0" i="0" u="none" strike="noStrike" kern="1200" cap="none" spc="0" normalizeH="0" baseline="0" noProof="0" dirty="0">
                <a:ln>
                  <a:noFill/>
                </a:ln>
                <a:solidFill>
                  <a:schemeClr val="tx1"/>
                </a:solidFill>
                <a:effectLst/>
                <a:uLnTx/>
                <a:uFillTx/>
                <a:latin typeface="Verdana" panose="020B0604030504040204" pitchFamily="34" charset="0"/>
                <a:ea typeface="Verdana" panose="020B0604030504040204" pitchFamily="34" charset="0"/>
                <a:cs typeface="Verdana" panose="020B0604030504040204" pitchFamily="34" charset="0"/>
              </a:rPr>
              <a:t>TVD-MUSCL</a:t>
            </a:r>
          </a:p>
          <a:p>
            <a:pPr marL="342900" marR="0" lvl="0" indent="-342900" algn="l" defTabSz="3761915" rtl="0" eaLnBrk="1" fontAlgn="auto" latinLnBrk="0" hangingPunct="1">
              <a:lnSpc>
                <a:spcPct val="100000"/>
              </a:lnSpc>
              <a:spcBef>
                <a:spcPct val="20000"/>
              </a:spcBef>
              <a:spcAft>
                <a:spcPts val="0"/>
              </a:spcAft>
              <a:buClrTx/>
              <a:buSzTx/>
              <a:buFont typeface="Arial" pitchFamily="34" charset="0"/>
              <a:buChar char="•"/>
              <a:tabLst/>
              <a:defRPr/>
            </a:pPr>
            <a:r>
              <a:rPr kumimoji="0" lang="en-US" sz="2000" b="0" i="0" u="none" strike="noStrike" kern="1200" cap="none" spc="0" normalizeH="0" baseline="0" noProof="0" dirty="0">
                <a:ln>
                  <a:noFill/>
                </a:ln>
                <a:solidFill>
                  <a:schemeClr val="tx1"/>
                </a:solidFill>
                <a:effectLst/>
                <a:uLnTx/>
                <a:uFillTx/>
                <a:latin typeface="Verdana" panose="020B0604030504040204" pitchFamily="34" charset="0"/>
                <a:ea typeface="Verdana" panose="020B0604030504040204" pitchFamily="34" charset="0"/>
                <a:cs typeface="Verdana" panose="020B0604030504040204" pitchFamily="34" charset="0"/>
              </a:rPr>
              <a:t>Limited linear reconstruction </a:t>
            </a:r>
            <a:r>
              <a:rPr kumimoji="0" lang="en-US" sz="2000" b="1" i="0" u="none" strike="noStrike" kern="1200" cap="none" spc="0" normalizeH="0" baseline="0" noProof="0" dirty="0">
                <a:ln>
                  <a:noFill/>
                </a:ln>
                <a:solidFill>
                  <a:schemeClr val="accent6">
                    <a:lumMod val="50000"/>
                  </a:schemeClr>
                </a:solidFill>
                <a:effectLst/>
                <a:uLnTx/>
                <a:uFillTx/>
                <a:latin typeface="Verdana" panose="020B0604030504040204" pitchFamily="34" charset="0"/>
                <a:ea typeface="Verdana" panose="020B0604030504040204" pitchFamily="34" charset="0"/>
                <a:cs typeface="Verdana" panose="020B0604030504040204" pitchFamily="34" charset="0"/>
              </a:rPr>
              <a:t>-&gt; 2</a:t>
            </a:r>
            <a:r>
              <a:rPr kumimoji="0" lang="en-US" sz="2000" b="1" i="0" u="none" strike="noStrike" kern="1200" cap="none" spc="0" normalizeH="0" baseline="30000" noProof="0" dirty="0">
                <a:ln>
                  <a:noFill/>
                </a:ln>
                <a:solidFill>
                  <a:schemeClr val="accent6">
                    <a:lumMod val="50000"/>
                  </a:schemeClr>
                </a:solidFill>
                <a:effectLst/>
                <a:uLnTx/>
                <a:uFillTx/>
                <a:latin typeface="Verdana" panose="020B0604030504040204" pitchFamily="34" charset="0"/>
                <a:ea typeface="Verdana" panose="020B0604030504040204" pitchFamily="34" charset="0"/>
                <a:cs typeface="Verdana" panose="020B0604030504040204" pitchFamily="34" charset="0"/>
              </a:rPr>
              <a:t>nd</a:t>
            </a:r>
            <a:r>
              <a:rPr kumimoji="0" lang="en-US" sz="2000" b="1" i="0" u="none" strike="noStrike" kern="1200" cap="none" spc="0" normalizeH="0" baseline="0" noProof="0" dirty="0">
                <a:ln>
                  <a:noFill/>
                </a:ln>
                <a:solidFill>
                  <a:schemeClr val="accent6">
                    <a:lumMod val="50000"/>
                  </a:schemeClr>
                </a:solidFill>
                <a:effectLst/>
                <a:uLnTx/>
                <a:uFillTx/>
                <a:latin typeface="Verdana" panose="020B0604030504040204" pitchFamily="34" charset="0"/>
                <a:ea typeface="Verdana" panose="020B0604030504040204" pitchFamily="34" charset="0"/>
                <a:cs typeface="Verdana" panose="020B0604030504040204" pitchFamily="34" charset="0"/>
              </a:rPr>
              <a:t> order in space</a:t>
            </a:r>
          </a:p>
          <a:p>
            <a:pPr marL="342900" marR="0" lvl="0" indent="-342900" algn="l" defTabSz="3761915" rtl="0" eaLnBrk="1" fontAlgn="auto" latinLnBrk="0" hangingPunct="1">
              <a:lnSpc>
                <a:spcPct val="100000"/>
              </a:lnSpc>
              <a:spcBef>
                <a:spcPct val="20000"/>
              </a:spcBef>
              <a:spcAft>
                <a:spcPts val="0"/>
              </a:spcAft>
              <a:buClrTx/>
              <a:buSzTx/>
              <a:buFont typeface="Arial" pitchFamily="34" charset="0"/>
              <a:buChar char="•"/>
              <a:tabLst/>
              <a:defRPr/>
            </a:pPr>
            <a:r>
              <a:rPr kumimoji="0" lang="en-US" sz="2000" b="0" i="0" u="none" strike="noStrike" kern="1200" cap="none" spc="0" normalizeH="0" baseline="0" noProof="0" dirty="0">
                <a:ln>
                  <a:noFill/>
                </a:ln>
                <a:solidFill>
                  <a:schemeClr val="tx1"/>
                </a:solidFill>
                <a:effectLst/>
                <a:uLnTx/>
                <a:uFillTx/>
                <a:latin typeface="Verdana" panose="020B0604030504040204" pitchFamily="34" charset="0"/>
                <a:ea typeface="Verdana" panose="020B0604030504040204" pitchFamily="34" charset="0"/>
                <a:cs typeface="Verdana" panose="020B0604030504040204" pitchFamily="34" charset="0"/>
              </a:rPr>
              <a:t>2 stages time stepping </a:t>
            </a:r>
            <a:r>
              <a:rPr kumimoji="0" lang="en-US" sz="2000" b="1" i="0" u="none" strike="noStrike" kern="1200" cap="none" spc="0" normalizeH="0" baseline="0" noProof="0" dirty="0">
                <a:ln>
                  <a:noFill/>
                </a:ln>
                <a:solidFill>
                  <a:schemeClr val="accent6">
                    <a:lumMod val="50000"/>
                  </a:schemeClr>
                </a:solidFill>
                <a:effectLst/>
                <a:uLnTx/>
                <a:uFillTx/>
                <a:latin typeface="Verdana" panose="020B0604030504040204" pitchFamily="34" charset="0"/>
                <a:ea typeface="Verdana" panose="020B0604030504040204" pitchFamily="34" charset="0"/>
                <a:cs typeface="Verdana" panose="020B0604030504040204" pitchFamily="34" charset="0"/>
              </a:rPr>
              <a:t>-&gt; 2</a:t>
            </a:r>
            <a:r>
              <a:rPr kumimoji="0" lang="en-US" sz="2000" b="1" i="0" u="none" strike="noStrike" kern="1200" cap="none" spc="0" normalizeH="0" baseline="30000" noProof="0" dirty="0">
                <a:ln>
                  <a:noFill/>
                </a:ln>
                <a:solidFill>
                  <a:schemeClr val="accent6">
                    <a:lumMod val="50000"/>
                  </a:schemeClr>
                </a:solidFill>
                <a:effectLst/>
                <a:uLnTx/>
                <a:uFillTx/>
                <a:latin typeface="Verdana" panose="020B0604030504040204" pitchFamily="34" charset="0"/>
                <a:ea typeface="Verdana" panose="020B0604030504040204" pitchFamily="34" charset="0"/>
                <a:cs typeface="Verdana" panose="020B0604030504040204" pitchFamily="34" charset="0"/>
              </a:rPr>
              <a:t>nd</a:t>
            </a:r>
            <a:r>
              <a:rPr kumimoji="0" lang="en-US" sz="2000" b="1" i="0" u="none" strike="noStrike" kern="1200" cap="none" spc="0" normalizeH="0" baseline="0" noProof="0" dirty="0">
                <a:ln>
                  <a:noFill/>
                </a:ln>
                <a:solidFill>
                  <a:schemeClr val="accent6">
                    <a:lumMod val="50000"/>
                  </a:schemeClr>
                </a:solidFill>
                <a:effectLst/>
                <a:uLnTx/>
                <a:uFillTx/>
                <a:latin typeface="Verdana" panose="020B0604030504040204" pitchFamily="34" charset="0"/>
                <a:ea typeface="Verdana" panose="020B0604030504040204" pitchFamily="34" charset="0"/>
                <a:cs typeface="Verdana" panose="020B0604030504040204" pitchFamily="34" charset="0"/>
              </a:rPr>
              <a:t> order in time</a:t>
            </a:r>
          </a:p>
        </p:txBody>
      </p:sp>
      <p:pic>
        <p:nvPicPr>
          <p:cNvPr id="22" name="Picture 21">
            <a:extLst>
              <a:ext uri="{FF2B5EF4-FFF2-40B4-BE49-F238E27FC236}">
                <a16:creationId xmlns:a16="http://schemas.microsoft.com/office/drawing/2014/main" id="{E4103D02-BB0F-B4CA-9456-15579D80BFBD}"/>
              </a:ext>
            </a:extLst>
          </p:cNvPr>
          <p:cNvPicPr>
            <a:picLocks noChangeAspect="1"/>
          </p:cNvPicPr>
          <p:nvPr/>
        </p:nvPicPr>
        <p:blipFill>
          <a:blip r:embed="rId4"/>
          <a:stretch>
            <a:fillRect/>
          </a:stretch>
        </p:blipFill>
        <p:spPr>
          <a:xfrm>
            <a:off x="12067184" y="17858855"/>
            <a:ext cx="4409456" cy="3473636"/>
          </a:xfrm>
          <a:prstGeom prst="rect">
            <a:avLst/>
          </a:prstGeom>
        </p:spPr>
      </p:pic>
      <p:sp>
        <p:nvSpPr>
          <p:cNvPr id="24" name="TextBox 23">
            <a:extLst>
              <a:ext uri="{FF2B5EF4-FFF2-40B4-BE49-F238E27FC236}">
                <a16:creationId xmlns:a16="http://schemas.microsoft.com/office/drawing/2014/main" id="{3F5AEEA1-B59E-616D-9D19-F1AAF59A6418}"/>
              </a:ext>
            </a:extLst>
          </p:cNvPr>
          <p:cNvSpPr txBox="1"/>
          <p:nvPr/>
        </p:nvSpPr>
        <p:spPr>
          <a:xfrm>
            <a:off x="12334982" y="4519506"/>
            <a:ext cx="8923803" cy="2369880"/>
          </a:xfrm>
          <a:prstGeom prst="rect">
            <a:avLst/>
          </a:prstGeom>
          <a:noFill/>
        </p:spPr>
        <p:txBody>
          <a:bodyPr wrap="square" rtlCol="0">
            <a:spAutoFit/>
          </a:bodyPr>
          <a:lstStyle/>
          <a:p>
            <a:pPr marL="342900" marR="0" lvl="0" indent="-342900" algn="l" defTabSz="3761915"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28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What if the corona and chromosphere exist in one model…?</a:t>
            </a:r>
          </a:p>
          <a:p>
            <a:pPr marL="342900" marR="0" lvl="0" indent="-342900" algn="l" defTabSz="3761915"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Need to use extremely high resolution for lower part and low resolution for the corona.</a:t>
            </a:r>
          </a:p>
          <a:p>
            <a:pPr marL="342900" marR="0" lvl="0" indent="-342900" algn="l" defTabSz="3761915"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Hard to use the same equation to describe everywhere.</a:t>
            </a:r>
          </a:p>
          <a:p>
            <a:pPr marL="342900" marR="0" lvl="0" indent="-342900" algn="l" defTabSz="3761915"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The time scale varies so much across the domain.</a:t>
            </a:r>
          </a:p>
        </p:txBody>
      </p:sp>
      <p:sp>
        <p:nvSpPr>
          <p:cNvPr id="25" name="TextBox 24">
            <a:extLst>
              <a:ext uri="{FF2B5EF4-FFF2-40B4-BE49-F238E27FC236}">
                <a16:creationId xmlns:a16="http://schemas.microsoft.com/office/drawing/2014/main" id="{ECC3AA27-AAEC-A4FA-DE8A-930834B93B31}"/>
              </a:ext>
            </a:extLst>
          </p:cNvPr>
          <p:cNvSpPr txBox="1"/>
          <p:nvPr/>
        </p:nvSpPr>
        <p:spPr>
          <a:xfrm>
            <a:off x="2128819" y="19013551"/>
            <a:ext cx="4279893" cy="2246769"/>
          </a:xfrm>
          <a:prstGeom prst="rect">
            <a:avLst/>
          </a:prstGeom>
          <a:noFill/>
        </p:spPr>
        <p:txBody>
          <a:bodyPr wrap="square" rtlCol="0">
            <a:spAutoFit/>
          </a:bodyPr>
          <a:lstStyle/>
          <a:p>
            <a:pPr marL="342900" marR="0" lvl="0" indent="-342900" algn="l" defTabSz="3761915"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28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Corona</a:t>
            </a:r>
            <a:endParaRPr kumimoji="0" lang="en-US" sz="20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endParaRPr>
          </a:p>
          <a:p>
            <a:pPr marL="342900" marR="0" lvl="0" indent="-342900" algn="l" defTabSz="3761915"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Driven by inner boundary.</a:t>
            </a:r>
          </a:p>
          <a:p>
            <a:pPr marL="342900" marR="0" lvl="0" indent="-342900" algn="l" defTabSz="3761915"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Low density, extremely high temperature (&gt; 1MK).</a:t>
            </a:r>
          </a:p>
          <a:p>
            <a:pPr marL="342900" marR="0" lvl="0" indent="-342900" algn="l" defTabSz="3761915" rtl="0" eaLnBrk="1" fontAlgn="auto" latinLnBrk="0" hangingPunct="1">
              <a:lnSpc>
                <a:spcPct val="100000"/>
              </a:lnSpc>
              <a:spcBef>
                <a:spcPct val="200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Can be easily described by </a:t>
            </a:r>
            <a:r>
              <a:rPr kumimoji="0" lang="en-US" sz="20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MHD+source</a:t>
            </a:r>
            <a:r>
              <a:rPr kumimoji="0" lang="en-US" sz="20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 terms.</a:t>
            </a:r>
          </a:p>
        </p:txBody>
      </p:sp>
      <p:pic>
        <p:nvPicPr>
          <p:cNvPr id="26" name="Picture 25">
            <a:extLst>
              <a:ext uri="{FF2B5EF4-FFF2-40B4-BE49-F238E27FC236}">
                <a16:creationId xmlns:a16="http://schemas.microsoft.com/office/drawing/2014/main" id="{81E58E99-0419-1523-DB5B-F5872386951D}"/>
              </a:ext>
            </a:extLst>
          </p:cNvPr>
          <p:cNvPicPr>
            <a:picLocks noChangeAspect="1"/>
          </p:cNvPicPr>
          <p:nvPr/>
        </p:nvPicPr>
        <p:blipFill>
          <a:blip r:embed="rId5"/>
          <a:stretch>
            <a:fillRect/>
          </a:stretch>
        </p:blipFill>
        <p:spPr>
          <a:xfrm>
            <a:off x="6142791" y="13344423"/>
            <a:ext cx="5501218" cy="7242345"/>
          </a:xfrm>
          <a:prstGeom prst="rect">
            <a:avLst/>
          </a:prstGeom>
        </p:spPr>
      </p:pic>
      <p:sp>
        <p:nvSpPr>
          <p:cNvPr id="27" name="TextBox 26">
            <a:extLst>
              <a:ext uri="{FF2B5EF4-FFF2-40B4-BE49-F238E27FC236}">
                <a16:creationId xmlns:a16="http://schemas.microsoft.com/office/drawing/2014/main" id="{8185B63F-B687-1CAF-8CFC-868A72105E17}"/>
              </a:ext>
            </a:extLst>
          </p:cNvPr>
          <p:cNvSpPr txBox="1"/>
          <p:nvPr/>
        </p:nvSpPr>
        <p:spPr>
          <a:xfrm>
            <a:off x="2460681" y="18142803"/>
            <a:ext cx="3635319" cy="830997"/>
          </a:xfrm>
          <a:prstGeom prst="rect">
            <a:avLst/>
          </a:prstGeom>
          <a:noFill/>
        </p:spPr>
        <p:txBody>
          <a:bodyPr wrap="square" rtlCol="0">
            <a:spAutoFit/>
          </a:bodyPr>
          <a:lstStyle/>
          <a:p>
            <a:r>
              <a:rPr lang="en-US" sz="1600" dirty="0">
                <a:ea typeface="Verdana" panose="020B0604030504040204" pitchFamily="34" charset="0"/>
                <a:cs typeface="Calibri" panose="020F0502020204030204" pitchFamily="34" charset="0"/>
              </a:rPr>
              <a:t>Plasma profile against height above convection zone in the solar atmosphere (</a:t>
            </a:r>
            <a:r>
              <a:rPr lang="en-US" sz="1600" dirty="0" err="1">
                <a:ea typeface="Verdana" panose="020B0604030504040204" pitchFamily="34" charset="0"/>
                <a:cs typeface="Calibri" panose="020F0502020204030204" pitchFamily="34" charset="0"/>
              </a:rPr>
              <a:t>Avrett</a:t>
            </a:r>
            <a:r>
              <a:rPr lang="en-US" sz="1600" dirty="0">
                <a:ea typeface="Verdana" panose="020B0604030504040204" pitchFamily="34" charset="0"/>
                <a:cs typeface="Calibri" panose="020F0502020204030204" pitchFamily="34" charset="0"/>
              </a:rPr>
              <a:t> et al. 2008, Fig. 8).</a:t>
            </a:r>
          </a:p>
        </p:txBody>
      </p:sp>
      <p:sp>
        <p:nvSpPr>
          <p:cNvPr id="32" name="Text Placeholder 259">
            <a:extLst>
              <a:ext uri="{FF2B5EF4-FFF2-40B4-BE49-F238E27FC236}">
                <a16:creationId xmlns:a16="http://schemas.microsoft.com/office/drawing/2014/main" id="{A2F89F00-867F-D4A9-019E-051C7CA2DEFE}"/>
              </a:ext>
            </a:extLst>
          </p:cNvPr>
          <p:cNvSpPr txBox="1">
            <a:spLocks/>
          </p:cNvSpPr>
          <p:nvPr/>
        </p:nvSpPr>
        <p:spPr>
          <a:xfrm>
            <a:off x="32649366" y="7260183"/>
            <a:ext cx="9192541" cy="3274743"/>
          </a:xfrm>
          <a:prstGeom prst="rect">
            <a:avLst/>
          </a:prstGeom>
        </p:spPr>
        <p:txBody>
          <a:bodyPr wrap="square" lIns="91440" tIns="91440" rIns="91440" bIns="91440">
            <a:spAutoFit/>
          </a:bodyPr>
          <a:lstStyle>
            <a:lvl1pPr marL="0" indent="0" algn="l" defTabSz="3761915" rtl="0" eaLnBrk="1" latinLnBrk="0" hangingPunct="1">
              <a:spcBef>
                <a:spcPct val="20000"/>
              </a:spcBef>
              <a:buFont typeface="Arial" pitchFamily="34" charset="0"/>
              <a:buNone/>
              <a:defRPr sz="2000" kern="1200">
                <a:solidFill>
                  <a:schemeClr val="accent5">
                    <a:lumMod val="50000"/>
                  </a:schemeClr>
                </a:solidFill>
                <a:latin typeface="Times New Roman" panose="02020603050405020304" pitchFamily="18" charset="0"/>
                <a:ea typeface="+mn-ea"/>
                <a:cs typeface="Times New Roman" panose="02020603050405020304" pitchFamily="18" charset="0"/>
              </a:defRPr>
            </a:lvl1pPr>
            <a:lvl2pPr marL="1273565" indent="-489833" algn="l" defTabSz="3761915" rtl="0" eaLnBrk="1" latinLnBrk="0" hangingPunct="1">
              <a:spcBef>
                <a:spcPct val="20000"/>
              </a:spcBef>
              <a:buFont typeface="Arial" pitchFamily="34" charset="0"/>
              <a:buChar char="–"/>
              <a:defRPr sz="2100" kern="1200">
                <a:solidFill>
                  <a:schemeClr val="tx1"/>
                </a:solidFill>
                <a:latin typeface="Trebuchet MS" pitchFamily="34" charset="0"/>
                <a:ea typeface="+mn-ea"/>
                <a:cs typeface="+mn-cs"/>
              </a:defRPr>
            </a:lvl2pPr>
            <a:lvl3pPr marL="1763397" indent="-489833" algn="l" defTabSz="3761915" rtl="0" eaLnBrk="1" latinLnBrk="0" hangingPunct="1">
              <a:spcBef>
                <a:spcPct val="20000"/>
              </a:spcBef>
              <a:buFont typeface="Arial" pitchFamily="34" charset="0"/>
              <a:buChar char="•"/>
              <a:defRPr sz="2100" kern="1200">
                <a:solidFill>
                  <a:schemeClr val="tx1"/>
                </a:solidFill>
                <a:latin typeface="Trebuchet MS" pitchFamily="34" charset="0"/>
                <a:ea typeface="+mn-ea"/>
                <a:cs typeface="+mn-cs"/>
              </a:defRPr>
            </a:lvl3pPr>
            <a:lvl4pPr marL="2302214" indent="-538817" algn="l" defTabSz="3761915" rtl="0" eaLnBrk="1" latinLnBrk="0" hangingPunct="1">
              <a:spcBef>
                <a:spcPct val="20000"/>
              </a:spcBef>
              <a:buFont typeface="Arial" pitchFamily="34" charset="0"/>
              <a:buChar char="–"/>
              <a:defRPr sz="2100" kern="1200">
                <a:solidFill>
                  <a:schemeClr val="tx1"/>
                </a:solidFill>
                <a:latin typeface="Trebuchet MS" pitchFamily="34" charset="0"/>
                <a:ea typeface="+mn-ea"/>
                <a:cs typeface="+mn-cs"/>
              </a:defRPr>
            </a:lvl4pPr>
            <a:lvl5pPr marL="2694080" indent="-391866" algn="l" defTabSz="3761915" rtl="0" eaLnBrk="1" latinLnBrk="0" hangingPunct="1">
              <a:spcBef>
                <a:spcPct val="20000"/>
              </a:spcBef>
              <a:buFont typeface="Arial" pitchFamily="34" charset="0"/>
              <a:buChar char="»"/>
              <a:defRPr sz="2100" kern="1200">
                <a:solidFill>
                  <a:schemeClr val="tx1"/>
                </a:solidFill>
                <a:latin typeface="Trebuchet MS" pitchFamily="34" charset="0"/>
                <a:ea typeface="+mn-ea"/>
                <a:cs typeface="+mn-cs"/>
              </a:defRPr>
            </a:lvl5pPr>
            <a:lvl6pPr marL="10345266" indent="-940479" algn="l" defTabSz="3761915" rtl="0" eaLnBrk="1" latinLnBrk="0" hangingPunct="1">
              <a:spcBef>
                <a:spcPct val="20000"/>
              </a:spcBef>
              <a:buFont typeface="Arial" pitchFamily="34" charset="0"/>
              <a:buChar char="•"/>
              <a:defRPr sz="8300" kern="1200">
                <a:solidFill>
                  <a:schemeClr val="tx1"/>
                </a:solidFill>
                <a:latin typeface="+mn-lt"/>
                <a:ea typeface="+mn-ea"/>
                <a:cs typeface="+mn-cs"/>
              </a:defRPr>
            </a:lvl6pPr>
            <a:lvl7pPr marL="12226223" indent="-940479" algn="l" defTabSz="3761915" rtl="0" eaLnBrk="1" latinLnBrk="0" hangingPunct="1">
              <a:spcBef>
                <a:spcPct val="20000"/>
              </a:spcBef>
              <a:buFont typeface="Arial" pitchFamily="34" charset="0"/>
              <a:buChar char="•"/>
              <a:defRPr sz="8300" kern="1200">
                <a:solidFill>
                  <a:schemeClr val="tx1"/>
                </a:solidFill>
                <a:latin typeface="+mn-lt"/>
                <a:ea typeface="+mn-ea"/>
                <a:cs typeface="+mn-cs"/>
              </a:defRPr>
            </a:lvl7pPr>
            <a:lvl8pPr marL="14107181" indent="-940479" algn="l" defTabSz="3761915" rtl="0" eaLnBrk="1" latinLnBrk="0" hangingPunct="1">
              <a:spcBef>
                <a:spcPct val="20000"/>
              </a:spcBef>
              <a:buFont typeface="Arial" pitchFamily="34" charset="0"/>
              <a:buChar char="•"/>
              <a:defRPr sz="8300" kern="1200">
                <a:solidFill>
                  <a:schemeClr val="tx1"/>
                </a:solidFill>
                <a:latin typeface="+mn-lt"/>
                <a:ea typeface="+mn-ea"/>
                <a:cs typeface="+mn-cs"/>
              </a:defRPr>
            </a:lvl8pPr>
            <a:lvl9pPr marL="15988137" indent="-940479" algn="l" defTabSz="3761915" rtl="0" eaLnBrk="1" latinLnBrk="0" hangingPunct="1">
              <a:spcBef>
                <a:spcPct val="20000"/>
              </a:spcBef>
              <a:buFont typeface="Arial" pitchFamily="34" charset="0"/>
              <a:buChar char="•"/>
              <a:defRPr sz="8300" kern="1200">
                <a:solidFill>
                  <a:schemeClr val="tx1"/>
                </a:solidFill>
                <a:latin typeface="+mn-lt"/>
                <a:ea typeface="+mn-ea"/>
                <a:cs typeface="+mn-cs"/>
              </a:defRPr>
            </a:lvl9pPr>
          </a:lstStyle>
          <a:p>
            <a:pPr marL="0" marR="0" lvl="0" indent="0" algn="l" defTabSz="3761915" rtl="0" eaLnBrk="1" fontAlgn="auto" latinLnBrk="0" hangingPunct="1">
              <a:lnSpc>
                <a:spcPct val="100000"/>
              </a:lnSpc>
              <a:spcBef>
                <a:spcPct val="20000"/>
              </a:spcBef>
              <a:spcAft>
                <a:spcPts val="0"/>
              </a:spcAft>
              <a:buClrTx/>
              <a:buSzTx/>
              <a:buFont typeface="Arial" pitchFamily="34" charset="0"/>
              <a:buNone/>
              <a:tabLst/>
              <a:defRPr/>
            </a:pPr>
            <a:r>
              <a:rPr kumimoji="0" lang="en-US" sz="2800" b="1" i="0" u="none" strike="noStrike" kern="1200" cap="none" spc="0" normalizeH="0" baseline="0" noProof="0" dirty="0">
                <a:ln>
                  <a:noFill/>
                </a:ln>
                <a:solidFill>
                  <a:schemeClr val="tx1"/>
                </a:solidFill>
                <a:effectLst/>
                <a:uLnTx/>
                <a:uFillTx/>
                <a:latin typeface="Verdana" panose="020B0604030504040204" pitchFamily="34" charset="0"/>
                <a:ea typeface="Verdana" panose="020B0604030504040204" pitchFamily="34" charset="0"/>
                <a:cs typeface="Verdana" panose="020B0604030504040204" pitchFamily="34" charset="0"/>
              </a:rPr>
              <a:t>Main Goal: Provide the boundary condition for the corona simulation.</a:t>
            </a:r>
          </a:p>
          <a:p>
            <a:pPr marL="342900" marR="0" lvl="0" indent="-342900" algn="l" defTabSz="3761915" rtl="0" eaLnBrk="1" fontAlgn="auto" latinLnBrk="0" hangingPunct="1">
              <a:lnSpc>
                <a:spcPct val="100000"/>
              </a:lnSpc>
              <a:spcBef>
                <a:spcPct val="20000"/>
              </a:spcBef>
              <a:spcAft>
                <a:spcPts val="0"/>
              </a:spcAft>
              <a:buClrTx/>
              <a:buSzTx/>
              <a:buFont typeface="Arial" pitchFamily="34" charset="0"/>
              <a:buChar char="•"/>
              <a:tabLst/>
              <a:defRPr/>
            </a:pPr>
            <a:r>
              <a:rPr kumimoji="0" lang="en-US" sz="2000" b="0" i="0" u="none" strike="noStrike" kern="1200" cap="none" spc="0" normalizeH="0" baseline="0" noProof="0" dirty="0">
                <a:ln>
                  <a:noFill/>
                </a:ln>
                <a:solidFill>
                  <a:schemeClr val="tx1"/>
                </a:solidFill>
                <a:effectLst/>
                <a:uLnTx/>
                <a:uFillTx/>
                <a:latin typeface="Verdana" panose="020B0604030504040204" pitchFamily="34" charset="0"/>
                <a:ea typeface="Verdana" panose="020B0604030504040204" pitchFamily="34" charset="0"/>
                <a:cs typeface="Verdana" panose="020B0604030504040204" pitchFamily="34" charset="0"/>
              </a:rPr>
              <a:t>Thermodynamic boundary condition: density &amp; temperature.</a:t>
            </a:r>
          </a:p>
          <a:p>
            <a:pPr marL="342900" marR="0" lvl="0" indent="-342900" algn="l" defTabSz="3761915" rtl="0" eaLnBrk="1" fontAlgn="auto" latinLnBrk="0" hangingPunct="1">
              <a:lnSpc>
                <a:spcPct val="100000"/>
              </a:lnSpc>
              <a:spcBef>
                <a:spcPct val="20000"/>
              </a:spcBef>
              <a:spcAft>
                <a:spcPts val="0"/>
              </a:spcAft>
              <a:buClrTx/>
              <a:buSzTx/>
              <a:buFont typeface="Arial" pitchFamily="34" charset="0"/>
              <a:buChar char="•"/>
              <a:tabLst/>
              <a:defRPr/>
            </a:pPr>
            <a:r>
              <a:rPr kumimoji="0" lang="en-US" sz="2000" b="0" i="0" u="none" strike="noStrike" kern="1200" cap="none" spc="0" normalizeH="0" baseline="0" noProof="0" dirty="0">
                <a:ln>
                  <a:noFill/>
                </a:ln>
                <a:solidFill>
                  <a:schemeClr val="tx1"/>
                </a:solidFill>
                <a:effectLst/>
                <a:uLnTx/>
                <a:uFillTx/>
                <a:latin typeface="Verdana" panose="020B0604030504040204" pitchFamily="34" charset="0"/>
                <a:ea typeface="Verdana" panose="020B0604030504040204" pitchFamily="34" charset="0"/>
                <a:cs typeface="Verdana" panose="020B0604030504040204" pitchFamily="34" charset="0"/>
              </a:rPr>
              <a:t>Radial velocity and radial magnetic field.</a:t>
            </a:r>
          </a:p>
          <a:p>
            <a:pPr marL="342900" marR="0" lvl="0" indent="-342900" algn="l" defTabSz="3761915" rtl="0" eaLnBrk="1" fontAlgn="auto" latinLnBrk="0" hangingPunct="1">
              <a:lnSpc>
                <a:spcPct val="100000"/>
              </a:lnSpc>
              <a:spcBef>
                <a:spcPct val="20000"/>
              </a:spcBef>
              <a:spcAft>
                <a:spcPts val="0"/>
              </a:spcAft>
              <a:buClrTx/>
              <a:buSzTx/>
              <a:buFont typeface="Arial" pitchFamily="34" charset="0"/>
              <a:buChar char="•"/>
              <a:tabLst/>
              <a:defRPr/>
            </a:pPr>
            <a:r>
              <a:rPr kumimoji="0" lang="en-US" sz="2000" b="0" i="0" u="none" strike="noStrike" kern="1200" cap="none" spc="0" normalizeH="0" baseline="0" noProof="0" dirty="0">
                <a:ln>
                  <a:noFill/>
                </a:ln>
                <a:solidFill>
                  <a:schemeClr val="tx1"/>
                </a:solidFill>
                <a:effectLst/>
                <a:uLnTx/>
                <a:uFillTx/>
                <a:latin typeface="Verdana" panose="020B0604030504040204" pitchFamily="34" charset="0"/>
                <a:ea typeface="Verdana" panose="020B0604030504040204" pitchFamily="34" charset="0"/>
                <a:cs typeface="Verdana" panose="020B0604030504040204" pitchFamily="34" charset="0"/>
              </a:rPr>
              <a:t>Horizontal velocity and magnetic field are set with characteristic boundary condition</a:t>
            </a:r>
          </a:p>
          <a:p>
            <a:pPr marL="0" marR="0" lvl="0" indent="0" algn="l" defTabSz="3761915" rtl="0" eaLnBrk="1" fontAlgn="auto" latinLnBrk="0" hangingPunct="1">
              <a:lnSpc>
                <a:spcPct val="100000"/>
              </a:lnSpc>
              <a:spcBef>
                <a:spcPct val="20000"/>
              </a:spcBef>
              <a:spcAft>
                <a:spcPts val="0"/>
              </a:spcAft>
              <a:buClrTx/>
              <a:buSzTx/>
              <a:buFont typeface="Arial" pitchFamily="34" charset="0"/>
              <a:buNone/>
              <a:tabLst/>
              <a:defRPr/>
            </a:pPr>
            <a:r>
              <a:rPr kumimoji="0" lang="en-US" sz="2400" b="1" i="0" u="none" strike="noStrike" kern="1200" cap="none" spc="0" normalizeH="0" baseline="0" noProof="0" dirty="0">
                <a:ln>
                  <a:noFill/>
                </a:ln>
                <a:solidFill>
                  <a:schemeClr val="accent6">
                    <a:lumMod val="50000"/>
                  </a:schemeClr>
                </a:solidFill>
                <a:effectLst/>
                <a:uLnTx/>
                <a:uFillTx/>
                <a:latin typeface="Verdana" panose="020B0604030504040204" pitchFamily="34" charset="0"/>
                <a:ea typeface="Verdana" panose="020B0604030504040204" pitchFamily="34" charset="0"/>
                <a:cs typeface="Verdana" panose="020B0604030504040204" pitchFamily="34" charset="0"/>
              </a:rPr>
              <a:t>Support time-dependent global coronal models and CME simulations!</a:t>
            </a:r>
          </a:p>
        </p:txBody>
      </p:sp>
      <p:pic>
        <p:nvPicPr>
          <p:cNvPr id="33" name="Picture 32">
            <a:extLst>
              <a:ext uri="{FF2B5EF4-FFF2-40B4-BE49-F238E27FC236}">
                <a16:creationId xmlns:a16="http://schemas.microsoft.com/office/drawing/2014/main" id="{0F7C69C5-70F1-1852-B22B-D2FB3BB812E6}"/>
              </a:ext>
            </a:extLst>
          </p:cNvPr>
          <p:cNvPicPr>
            <a:picLocks noChangeAspect="1"/>
          </p:cNvPicPr>
          <p:nvPr/>
        </p:nvPicPr>
        <p:blipFill rotWithShape="1">
          <a:blip r:embed="rId6"/>
          <a:srcRect l="4276" t="-1545" r="3991" b="1545"/>
          <a:stretch/>
        </p:blipFill>
        <p:spPr>
          <a:xfrm>
            <a:off x="33802898" y="10618579"/>
            <a:ext cx="2768400" cy="27684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34" name="Picture 33">
            <a:extLst>
              <a:ext uri="{FF2B5EF4-FFF2-40B4-BE49-F238E27FC236}">
                <a16:creationId xmlns:a16="http://schemas.microsoft.com/office/drawing/2014/main" id="{1F7B3434-8EB5-A44B-D1FF-D1F17DF5BD2A}"/>
              </a:ext>
            </a:extLst>
          </p:cNvPr>
          <p:cNvPicPr>
            <a:picLocks noChangeAspect="1"/>
          </p:cNvPicPr>
          <p:nvPr/>
        </p:nvPicPr>
        <p:blipFill>
          <a:blip r:embed="rId7"/>
          <a:stretch>
            <a:fillRect/>
          </a:stretch>
        </p:blipFill>
        <p:spPr>
          <a:xfrm>
            <a:off x="37312091" y="10618225"/>
            <a:ext cx="2769109" cy="276910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36" name="Picture 35" descr="A black background with a black square&#10;&#10;Description automatically generated with medium confidence">
            <a:extLst>
              <a:ext uri="{FF2B5EF4-FFF2-40B4-BE49-F238E27FC236}">
                <a16:creationId xmlns:a16="http://schemas.microsoft.com/office/drawing/2014/main" id="{DA2E8F79-C351-A317-7F80-C4624229A6D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5401667" y="4410058"/>
            <a:ext cx="6122792" cy="5126586"/>
          </a:xfrm>
          <a:prstGeom prst="rect">
            <a:avLst/>
          </a:prstGeom>
        </p:spPr>
      </p:pic>
      <p:pic>
        <p:nvPicPr>
          <p:cNvPr id="38" name="Picture 37">
            <a:extLst>
              <a:ext uri="{FF2B5EF4-FFF2-40B4-BE49-F238E27FC236}">
                <a16:creationId xmlns:a16="http://schemas.microsoft.com/office/drawing/2014/main" id="{FA9CB67E-ED4E-9E7B-0DA1-087DC3761F56}"/>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22281236" y="9682814"/>
            <a:ext cx="5115606" cy="2154572"/>
          </a:xfrm>
          <a:prstGeom prst="rect">
            <a:avLst/>
          </a:prstGeom>
        </p:spPr>
      </p:pic>
      <p:pic>
        <p:nvPicPr>
          <p:cNvPr id="39" name="Picture 38">
            <a:extLst>
              <a:ext uri="{FF2B5EF4-FFF2-40B4-BE49-F238E27FC236}">
                <a16:creationId xmlns:a16="http://schemas.microsoft.com/office/drawing/2014/main" id="{54171153-C83A-A0A8-1020-90A64C9B903D}"/>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22312452" y="11675364"/>
            <a:ext cx="8626406" cy="1450925"/>
          </a:xfrm>
          <a:prstGeom prst="rect">
            <a:avLst/>
          </a:prstGeom>
        </p:spPr>
      </p:pic>
      <p:cxnSp>
        <p:nvCxnSpPr>
          <p:cNvPr id="43" name="Elbow Connector 42">
            <a:extLst>
              <a:ext uri="{FF2B5EF4-FFF2-40B4-BE49-F238E27FC236}">
                <a16:creationId xmlns:a16="http://schemas.microsoft.com/office/drawing/2014/main" id="{E427EAE8-6942-3F51-FAD2-9FE390BBF127}"/>
              </a:ext>
            </a:extLst>
          </p:cNvPr>
          <p:cNvCxnSpPr>
            <a:cxnSpLocks/>
            <a:stCxn id="36" idx="1"/>
            <a:endCxn id="38" idx="0"/>
          </p:cNvCxnSpPr>
          <p:nvPr/>
        </p:nvCxnSpPr>
        <p:spPr>
          <a:xfrm rot="10800000" flipV="1">
            <a:off x="24839039" y="6973350"/>
            <a:ext cx="562628" cy="2709463"/>
          </a:xfrm>
          <a:prstGeom prst="bentConnector2">
            <a:avLst/>
          </a:prstGeom>
          <a:ln w="19050">
            <a:solidFill>
              <a:schemeClr val="accent6">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9532ED51-6466-4BE4-758B-E632FF1EFFF0}"/>
              </a:ext>
            </a:extLst>
          </p:cNvPr>
          <p:cNvSpPr txBox="1"/>
          <p:nvPr/>
        </p:nvSpPr>
        <p:spPr>
          <a:xfrm>
            <a:off x="22342248" y="17297294"/>
            <a:ext cx="4910255" cy="400110"/>
          </a:xfrm>
          <a:prstGeom prst="rect">
            <a:avLst/>
          </a:prstGeom>
          <a:noFill/>
        </p:spPr>
        <p:txBody>
          <a:bodyPr wrap="non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The equations have the vector form:</a:t>
            </a:r>
          </a:p>
        </p:txBody>
      </p:sp>
      <p:pic>
        <p:nvPicPr>
          <p:cNvPr id="45" name="Picture 44">
            <a:extLst>
              <a:ext uri="{FF2B5EF4-FFF2-40B4-BE49-F238E27FC236}">
                <a16:creationId xmlns:a16="http://schemas.microsoft.com/office/drawing/2014/main" id="{926D8655-BD02-7A4A-E8E1-30CFC17E98DE}"/>
              </a:ext>
            </a:extLst>
          </p:cNvPr>
          <p:cNvPicPr>
            <a:picLocks noChangeAspect="1"/>
          </p:cNvPicPr>
          <p:nvPr/>
        </p:nvPicPr>
        <p:blipFill>
          <a:blip r:embed="rId11"/>
          <a:stretch>
            <a:fillRect/>
          </a:stretch>
        </p:blipFill>
        <p:spPr>
          <a:xfrm>
            <a:off x="22953780" y="17715427"/>
            <a:ext cx="2747637" cy="816865"/>
          </a:xfrm>
          <a:prstGeom prst="rect">
            <a:avLst/>
          </a:prstGeom>
        </p:spPr>
      </p:pic>
      <p:pic>
        <p:nvPicPr>
          <p:cNvPr id="46" name="Picture 45">
            <a:extLst>
              <a:ext uri="{FF2B5EF4-FFF2-40B4-BE49-F238E27FC236}">
                <a16:creationId xmlns:a16="http://schemas.microsoft.com/office/drawing/2014/main" id="{FC2307CF-BF4E-5BB8-C5CE-E4DC7029D060}"/>
              </a:ext>
            </a:extLst>
          </p:cNvPr>
          <p:cNvPicPr>
            <a:picLocks noChangeAspect="1"/>
          </p:cNvPicPr>
          <p:nvPr/>
        </p:nvPicPr>
        <p:blipFill>
          <a:blip r:embed="rId12"/>
          <a:stretch>
            <a:fillRect/>
          </a:stretch>
        </p:blipFill>
        <p:spPr>
          <a:xfrm>
            <a:off x="28117209" y="17153014"/>
            <a:ext cx="1773501" cy="1661993"/>
          </a:xfrm>
          <a:prstGeom prst="rect">
            <a:avLst/>
          </a:prstGeom>
        </p:spPr>
      </p:pic>
      <p:pic>
        <p:nvPicPr>
          <p:cNvPr id="47" name="Picture 46">
            <a:extLst>
              <a:ext uri="{FF2B5EF4-FFF2-40B4-BE49-F238E27FC236}">
                <a16:creationId xmlns:a16="http://schemas.microsoft.com/office/drawing/2014/main" id="{6B8EB649-66C9-CF5B-E58F-6F638C7F8B14}"/>
              </a:ext>
            </a:extLst>
          </p:cNvPr>
          <p:cNvPicPr>
            <a:picLocks noChangeAspect="1"/>
          </p:cNvPicPr>
          <p:nvPr/>
        </p:nvPicPr>
        <p:blipFill>
          <a:blip r:embed="rId13"/>
          <a:stretch>
            <a:fillRect/>
          </a:stretch>
        </p:blipFill>
        <p:spPr>
          <a:xfrm>
            <a:off x="29842022" y="17153013"/>
            <a:ext cx="1769383" cy="1661993"/>
          </a:xfrm>
          <a:prstGeom prst="rect">
            <a:avLst/>
          </a:prstGeom>
        </p:spPr>
      </p:pic>
      <p:pic>
        <p:nvPicPr>
          <p:cNvPr id="48" name="Picture 47">
            <a:extLst>
              <a:ext uri="{FF2B5EF4-FFF2-40B4-BE49-F238E27FC236}">
                <a16:creationId xmlns:a16="http://schemas.microsoft.com/office/drawing/2014/main" id="{4D782269-7B90-7388-AF7E-BACD74324F55}"/>
              </a:ext>
            </a:extLst>
          </p:cNvPr>
          <p:cNvPicPr>
            <a:picLocks noChangeAspect="1"/>
          </p:cNvPicPr>
          <p:nvPr/>
        </p:nvPicPr>
        <p:blipFill>
          <a:blip r:embed="rId14"/>
          <a:stretch>
            <a:fillRect/>
          </a:stretch>
        </p:blipFill>
        <p:spPr>
          <a:xfrm>
            <a:off x="29451111" y="18877290"/>
            <a:ext cx="2706395" cy="986229"/>
          </a:xfrm>
          <a:prstGeom prst="rect">
            <a:avLst/>
          </a:prstGeom>
        </p:spPr>
      </p:pic>
      <p:cxnSp>
        <p:nvCxnSpPr>
          <p:cNvPr id="50" name="Straight Arrow Connector 49">
            <a:extLst>
              <a:ext uri="{FF2B5EF4-FFF2-40B4-BE49-F238E27FC236}">
                <a16:creationId xmlns:a16="http://schemas.microsoft.com/office/drawing/2014/main" id="{51919123-9774-E410-39A6-95DB92DE5773}"/>
              </a:ext>
            </a:extLst>
          </p:cNvPr>
          <p:cNvCxnSpPr>
            <a:cxnSpLocks/>
          </p:cNvCxnSpPr>
          <p:nvPr/>
        </p:nvCxnSpPr>
        <p:spPr>
          <a:xfrm>
            <a:off x="30938858" y="18419948"/>
            <a:ext cx="0" cy="395058"/>
          </a:xfrm>
          <a:prstGeom prst="straightConnector1">
            <a:avLst/>
          </a:prstGeom>
          <a:ln w="508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723E1F94-A82C-EFD9-2780-4AC9987D9D82}"/>
              </a:ext>
            </a:extLst>
          </p:cNvPr>
          <p:cNvSpPr txBox="1"/>
          <p:nvPr/>
        </p:nvSpPr>
        <p:spPr>
          <a:xfrm>
            <a:off x="29817710" y="19768251"/>
            <a:ext cx="2048318" cy="338554"/>
          </a:xfrm>
          <a:prstGeom prst="rect">
            <a:avLst/>
          </a:prstGeom>
          <a:noFill/>
        </p:spPr>
        <p:txBody>
          <a:bodyPr wrap="none" rtlCol="0">
            <a:spAutoFit/>
          </a:bodyPr>
          <a:lstStyle/>
          <a:p>
            <a:r>
              <a:rPr lang="en-US" sz="1600" dirty="0"/>
              <a:t>Finite Volume Method</a:t>
            </a:r>
          </a:p>
        </p:txBody>
      </p:sp>
      <p:cxnSp>
        <p:nvCxnSpPr>
          <p:cNvPr id="58" name="Straight Arrow Connector 57">
            <a:extLst>
              <a:ext uri="{FF2B5EF4-FFF2-40B4-BE49-F238E27FC236}">
                <a16:creationId xmlns:a16="http://schemas.microsoft.com/office/drawing/2014/main" id="{B9DC17D0-0687-03AC-8B00-4359BB31C493}"/>
              </a:ext>
            </a:extLst>
          </p:cNvPr>
          <p:cNvCxnSpPr>
            <a:cxnSpLocks/>
            <a:stCxn id="57" idx="2"/>
          </p:cNvCxnSpPr>
          <p:nvPr/>
        </p:nvCxnSpPr>
        <p:spPr>
          <a:xfrm flipH="1">
            <a:off x="30327600" y="20106805"/>
            <a:ext cx="514269" cy="245682"/>
          </a:xfrm>
          <a:prstGeom prst="straightConnector1">
            <a:avLst/>
          </a:prstGeom>
          <a:ln w="508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61" name="Picture 60">
            <a:extLst>
              <a:ext uri="{FF2B5EF4-FFF2-40B4-BE49-F238E27FC236}">
                <a16:creationId xmlns:a16="http://schemas.microsoft.com/office/drawing/2014/main" id="{88A51537-D45A-C416-8727-E56A7FD509F0}"/>
              </a:ext>
            </a:extLst>
          </p:cNvPr>
          <p:cNvPicPr>
            <a:picLocks noChangeAspect="1"/>
          </p:cNvPicPr>
          <p:nvPr/>
        </p:nvPicPr>
        <p:blipFill>
          <a:blip r:embed="rId15"/>
          <a:stretch>
            <a:fillRect/>
          </a:stretch>
        </p:blipFill>
        <p:spPr>
          <a:xfrm>
            <a:off x="27601505" y="20430899"/>
            <a:ext cx="4073044" cy="864997"/>
          </a:xfrm>
          <a:prstGeom prst="rect">
            <a:avLst/>
          </a:prstGeom>
        </p:spPr>
      </p:pic>
      <p:sp>
        <p:nvSpPr>
          <p:cNvPr id="64" name="TextBox 63">
            <a:extLst>
              <a:ext uri="{FF2B5EF4-FFF2-40B4-BE49-F238E27FC236}">
                <a16:creationId xmlns:a16="http://schemas.microsoft.com/office/drawing/2014/main" id="{4371F3A8-37BB-E87B-704F-BC303DF95CF3}"/>
              </a:ext>
            </a:extLst>
          </p:cNvPr>
          <p:cNvSpPr txBox="1"/>
          <p:nvPr/>
        </p:nvSpPr>
        <p:spPr>
          <a:xfrm>
            <a:off x="24733681" y="6610813"/>
            <a:ext cx="810030" cy="338554"/>
          </a:xfrm>
          <a:prstGeom prst="rect">
            <a:avLst/>
          </a:prstGeom>
          <a:noFill/>
        </p:spPr>
        <p:txBody>
          <a:bodyPr wrap="none" rtlCol="0">
            <a:spAutoFit/>
          </a:bodyPr>
          <a:lstStyle/>
          <a:p>
            <a:r>
              <a:rPr lang="en-US" sz="1600" b="1" dirty="0">
                <a:solidFill>
                  <a:schemeClr val="accent6">
                    <a:lumMod val="50000"/>
                  </a:schemeClr>
                </a:solidFill>
              </a:rPr>
              <a:t>Reduce</a:t>
            </a:r>
          </a:p>
        </p:txBody>
      </p:sp>
      <p:sp>
        <p:nvSpPr>
          <p:cNvPr id="69" name="Rectangle 68">
            <a:extLst>
              <a:ext uri="{FF2B5EF4-FFF2-40B4-BE49-F238E27FC236}">
                <a16:creationId xmlns:a16="http://schemas.microsoft.com/office/drawing/2014/main" id="{6E92D434-E24E-1071-0E23-6B7CF96E3D67}"/>
              </a:ext>
            </a:extLst>
          </p:cNvPr>
          <p:cNvSpPr/>
          <p:nvPr/>
        </p:nvSpPr>
        <p:spPr>
          <a:xfrm>
            <a:off x="13336722" y="10153235"/>
            <a:ext cx="1851163" cy="43242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Chromosphere</a:t>
            </a:r>
          </a:p>
        </p:txBody>
      </p:sp>
      <p:sp>
        <p:nvSpPr>
          <p:cNvPr id="73" name="Up-Down Arrow 72">
            <a:extLst>
              <a:ext uri="{FF2B5EF4-FFF2-40B4-BE49-F238E27FC236}">
                <a16:creationId xmlns:a16="http://schemas.microsoft.com/office/drawing/2014/main" id="{660665B7-E370-9D37-A942-A0CD8D9C44A3}"/>
              </a:ext>
            </a:extLst>
          </p:cNvPr>
          <p:cNvSpPr/>
          <p:nvPr/>
        </p:nvSpPr>
        <p:spPr>
          <a:xfrm rot="10800000">
            <a:off x="14193171" y="9466570"/>
            <a:ext cx="139444" cy="564082"/>
          </a:xfrm>
          <a:prstGeom prst="upDown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74" name="Picture 73">
            <a:extLst>
              <a:ext uri="{FF2B5EF4-FFF2-40B4-BE49-F238E27FC236}">
                <a16:creationId xmlns:a16="http://schemas.microsoft.com/office/drawing/2014/main" id="{5FD02739-2392-BE90-41C6-F7D3CC915455}"/>
              </a:ext>
            </a:extLst>
          </p:cNvPr>
          <p:cNvPicPr>
            <a:picLocks noChangeAspect="1"/>
          </p:cNvPicPr>
          <p:nvPr/>
        </p:nvPicPr>
        <p:blipFill>
          <a:blip r:embed="rId16"/>
          <a:stretch>
            <a:fillRect/>
          </a:stretch>
        </p:blipFill>
        <p:spPr>
          <a:xfrm>
            <a:off x="13086679" y="8061213"/>
            <a:ext cx="2329706" cy="769324"/>
          </a:xfrm>
          <a:prstGeom prst="rect">
            <a:avLst/>
          </a:prstGeom>
        </p:spPr>
      </p:pic>
      <p:sp>
        <p:nvSpPr>
          <p:cNvPr id="76" name="TextBox 75">
            <a:extLst>
              <a:ext uri="{FF2B5EF4-FFF2-40B4-BE49-F238E27FC236}">
                <a16:creationId xmlns:a16="http://schemas.microsoft.com/office/drawing/2014/main" id="{4168B0BC-7357-C886-F9D1-DAF7DD761598}"/>
              </a:ext>
            </a:extLst>
          </p:cNvPr>
          <p:cNvSpPr txBox="1"/>
          <p:nvPr/>
        </p:nvSpPr>
        <p:spPr>
          <a:xfrm>
            <a:off x="13258843" y="9608756"/>
            <a:ext cx="2040239" cy="338554"/>
          </a:xfrm>
          <a:prstGeom prst="rect">
            <a:avLst/>
          </a:prstGeom>
          <a:noFill/>
        </p:spPr>
        <p:txBody>
          <a:bodyPr wrap="none" rtlCol="0">
            <a:spAutoFit/>
          </a:bodyPr>
          <a:lstStyle/>
          <a:p>
            <a:r>
              <a:rPr lang="en-US" sz="1600" dirty="0"/>
              <a:t>boundary    conditions</a:t>
            </a:r>
          </a:p>
        </p:txBody>
      </p:sp>
      <p:sp>
        <p:nvSpPr>
          <p:cNvPr id="77" name="Rectangle 76">
            <a:extLst>
              <a:ext uri="{FF2B5EF4-FFF2-40B4-BE49-F238E27FC236}">
                <a16:creationId xmlns:a16="http://schemas.microsoft.com/office/drawing/2014/main" id="{857711E1-6251-B507-2451-212F7463E0CD}"/>
              </a:ext>
            </a:extLst>
          </p:cNvPr>
          <p:cNvSpPr/>
          <p:nvPr/>
        </p:nvSpPr>
        <p:spPr>
          <a:xfrm>
            <a:off x="12961640" y="7971383"/>
            <a:ext cx="2586471" cy="2824938"/>
          </a:xfrm>
          <a:prstGeom prst="rect">
            <a:avLst/>
          </a:prstGeom>
          <a:noFill/>
          <a:ln w="22225" cap="flat" cmpd="sng" algn="ctr">
            <a:solidFill>
              <a:schemeClr val="accent6">
                <a:lumMod val="50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US"/>
          </a:p>
        </p:txBody>
      </p:sp>
      <p:sp>
        <p:nvSpPr>
          <p:cNvPr id="79" name="Rectangle 78">
            <a:extLst>
              <a:ext uri="{FF2B5EF4-FFF2-40B4-BE49-F238E27FC236}">
                <a16:creationId xmlns:a16="http://schemas.microsoft.com/office/drawing/2014/main" id="{A21B11E1-FB74-9952-A1A7-25D433831B38}"/>
              </a:ext>
            </a:extLst>
          </p:cNvPr>
          <p:cNvSpPr/>
          <p:nvPr/>
        </p:nvSpPr>
        <p:spPr>
          <a:xfrm>
            <a:off x="13442140" y="8938688"/>
            <a:ext cx="1603329" cy="40622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000" dirty="0"/>
              <a:t>Solar Corona</a:t>
            </a:r>
          </a:p>
        </p:txBody>
      </p:sp>
      <p:sp>
        <p:nvSpPr>
          <p:cNvPr id="102" name="TextBox 101">
            <a:extLst>
              <a:ext uri="{FF2B5EF4-FFF2-40B4-BE49-F238E27FC236}">
                <a16:creationId xmlns:a16="http://schemas.microsoft.com/office/drawing/2014/main" id="{19895FE3-2FAB-3D9D-8C33-D6215B79766B}"/>
              </a:ext>
            </a:extLst>
          </p:cNvPr>
          <p:cNvSpPr txBox="1"/>
          <p:nvPr/>
        </p:nvSpPr>
        <p:spPr>
          <a:xfrm>
            <a:off x="33864162" y="13464119"/>
            <a:ext cx="2743200" cy="584775"/>
          </a:xfrm>
          <a:prstGeom prst="rect">
            <a:avLst/>
          </a:prstGeom>
          <a:noFill/>
        </p:spPr>
        <p:txBody>
          <a:bodyPr wrap="square" rtlCol="0">
            <a:spAutoFit/>
          </a:bodyPr>
          <a:lstStyle/>
          <a:p>
            <a:r>
              <a:rPr lang="en-US" sz="1600" dirty="0">
                <a:latin typeface="Verdana" panose="020B0604030504040204" pitchFamily="34" charset="0"/>
                <a:ea typeface="Verdana" panose="020B0604030504040204" pitchFamily="34" charset="0"/>
                <a:cs typeface="Verdana" panose="020B0604030504040204" pitchFamily="34" charset="0"/>
              </a:rPr>
              <a:t>Synthetic AIA 171Å of a global coronal model.</a:t>
            </a:r>
          </a:p>
        </p:txBody>
      </p:sp>
      <p:sp>
        <p:nvSpPr>
          <p:cNvPr id="107" name="TextBox 106">
            <a:extLst>
              <a:ext uri="{FF2B5EF4-FFF2-40B4-BE49-F238E27FC236}">
                <a16:creationId xmlns:a16="http://schemas.microsoft.com/office/drawing/2014/main" id="{2125068A-A82D-A449-7135-56F23F757888}"/>
              </a:ext>
            </a:extLst>
          </p:cNvPr>
          <p:cNvSpPr txBox="1"/>
          <p:nvPr/>
        </p:nvSpPr>
        <p:spPr>
          <a:xfrm>
            <a:off x="37312090" y="13463366"/>
            <a:ext cx="2769109" cy="584775"/>
          </a:xfrm>
          <a:prstGeom prst="rect">
            <a:avLst/>
          </a:prstGeom>
          <a:noFill/>
        </p:spPr>
        <p:txBody>
          <a:bodyPr wrap="square" rtlCol="0">
            <a:spAutoFit/>
          </a:bodyPr>
          <a:lstStyle/>
          <a:p>
            <a:r>
              <a:rPr lang="en-US" sz="1600"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Synthetic X-ray image of a CME model</a:t>
            </a:r>
            <a:r>
              <a:rPr lang="en-US" sz="1600" dirty="0">
                <a:solidFill>
                  <a:srgbClr val="000000"/>
                </a:solidFill>
                <a:latin typeface="Verdana" panose="020B0604030504040204" pitchFamily="34" charset="0"/>
                <a:ea typeface="Verdana" panose="020B0604030504040204" pitchFamily="34" charset="0"/>
                <a:cs typeface="Verdana" panose="020B0604030504040204" pitchFamily="34" charset="0"/>
              </a:rPr>
              <a:t>.</a:t>
            </a:r>
            <a:endParaRPr lang="en-US" sz="1600"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p:txBody>
      </p:sp>
      <p:sp>
        <p:nvSpPr>
          <p:cNvPr id="55" name="Rounded Rectangle 54">
            <a:extLst>
              <a:ext uri="{FF2B5EF4-FFF2-40B4-BE49-F238E27FC236}">
                <a16:creationId xmlns:a16="http://schemas.microsoft.com/office/drawing/2014/main" id="{29D72732-5016-D42A-460D-A1AA1BB9EFA5}"/>
              </a:ext>
            </a:extLst>
          </p:cNvPr>
          <p:cNvSpPr/>
          <p:nvPr/>
        </p:nvSpPr>
        <p:spPr>
          <a:xfrm>
            <a:off x="2201044" y="9742967"/>
            <a:ext cx="9148570" cy="925063"/>
          </a:xfrm>
          <a:prstGeom prst="roundRect">
            <a:avLst/>
          </a:prstGeom>
          <a:solidFill>
            <a:srgbClr val="00264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571" b="1" dirty="0">
                <a:latin typeface="Verdana" panose="020B0604030504040204" pitchFamily="34" charset="0"/>
                <a:ea typeface="Verdana" panose="020B0604030504040204" pitchFamily="34" charset="0"/>
                <a:cs typeface="Verdana" panose="020B0604030504040204" pitchFamily="34" charset="0"/>
              </a:rPr>
              <a:t>I. Introduction: What is Special about Chromosphere?</a:t>
            </a:r>
          </a:p>
        </p:txBody>
      </p:sp>
      <p:sp>
        <p:nvSpPr>
          <p:cNvPr id="56" name="Rounded Rectangle 55">
            <a:extLst>
              <a:ext uri="{FF2B5EF4-FFF2-40B4-BE49-F238E27FC236}">
                <a16:creationId xmlns:a16="http://schemas.microsoft.com/office/drawing/2014/main" id="{6A00FA30-6926-CCB1-4140-834E4B029C73}"/>
              </a:ext>
            </a:extLst>
          </p:cNvPr>
          <p:cNvSpPr/>
          <p:nvPr/>
        </p:nvSpPr>
        <p:spPr>
          <a:xfrm>
            <a:off x="12259370" y="7048526"/>
            <a:ext cx="9148570" cy="700156"/>
          </a:xfrm>
          <a:prstGeom prst="roundRect">
            <a:avLst/>
          </a:prstGeom>
          <a:solidFill>
            <a:srgbClr val="00264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latin typeface="Verdana" panose="020B0604030504040204" pitchFamily="34" charset="0"/>
                <a:ea typeface="Verdana" panose="020B0604030504040204" pitchFamily="34" charset="0"/>
                <a:cs typeface="Verdana" panose="020B0604030504040204" pitchFamily="34" charset="0"/>
              </a:rPr>
              <a:t>II. Background</a:t>
            </a:r>
          </a:p>
        </p:txBody>
      </p:sp>
      <p:sp>
        <p:nvSpPr>
          <p:cNvPr id="59" name="Rounded Rectangle 58">
            <a:extLst>
              <a:ext uri="{FF2B5EF4-FFF2-40B4-BE49-F238E27FC236}">
                <a16:creationId xmlns:a16="http://schemas.microsoft.com/office/drawing/2014/main" id="{C983326C-2C66-BB18-8E67-C617CA44C2CF}"/>
              </a:ext>
            </a:extLst>
          </p:cNvPr>
          <p:cNvSpPr/>
          <p:nvPr/>
        </p:nvSpPr>
        <p:spPr>
          <a:xfrm>
            <a:off x="2132745" y="4657614"/>
            <a:ext cx="9148570" cy="700156"/>
          </a:xfrm>
          <a:prstGeom prst="roundRect">
            <a:avLst/>
          </a:prstGeom>
          <a:solidFill>
            <a:srgbClr val="00264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latin typeface="Verdana" panose="020B0604030504040204" pitchFamily="34" charset="0"/>
                <a:ea typeface="Verdana" panose="020B0604030504040204" pitchFamily="34" charset="0"/>
                <a:cs typeface="Verdana" panose="020B0604030504040204" pitchFamily="34" charset="0"/>
              </a:rPr>
              <a:t>Abstract</a:t>
            </a:r>
          </a:p>
        </p:txBody>
      </p:sp>
      <p:pic>
        <p:nvPicPr>
          <p:cNvPr id="60" name="Picture 59" descr="A yellow and black logo&#10;&#10;Description automatically generated">
            <a:extLst>
              <a:ext uri="{FF2B5EF4-FFF2-40B4-BE49-F238E27FC236}">
                <a16:creationId xmlns:a16="http://schemas.microsoft.com/office/drawing/2014/main" id="{165A94C6-5F1A-39AB-5206-016F8E0BD552}"/>
              </a:ext>
            </a:extLst>
          </p:cNvPr>
          <p:cNvPicPr>
            <a:picLocks noChangeAspect="1"/>
          </p:cNvPicPr>
          <p:nvPr/>
        </p:nvPicPr>
        <p:blipFill>
          <a:blip r:embed="rId17">
            <a:extLst>
              <a:ext uri="{28A0092B-C50C-407E-A947-70E740481C1C}">
                <a14:useLocalDpi xmlns:a14="http://schemas.microsoft.com/office/drawing/2010/main"/>
              </a:ext>
            </a:extLst>
          </a:blip>
          <a:stretch>
            <a:fillRect/>
          </a:stretch>
        </p:blipFill>
        <p:spPr>
          <a:xfrm>
            <a:off x="2163832" y="475465"/>
            <a:ext cx="4770368" cy="3598700"/>
          </a:xfrm>
          <a:prstGeom prst="rect">
            <a:avLst/>
          </a:prstGeom>
        </p:spPr>
      </p:pic>
      <p:pic>
        <p:nvPicPr>
          <p:cNvPr id="62" name="Picture 61" descr="A logo with a person in the air&#10;&#10;Description automatically generated">
            <a:extLst>
              <a:ext uri="{FF2B5EF4-FFF2-40B4-BE49-F238E27FC236}">
                <a16:creationId xmlns:a16="http://schemas.microsoft.com/office/drawing/2014/main" id="{AC3FAC2C-AF5C-A02B-B242-256F9DD53DC7}"/>
              </a:ext>
            </a:extLst>
          </p:cNvPr>
          <p:cNvPicPr>
            <a:picLocks noChangeAspect="1"/>
          </p:cNvPicPr>
          <p:nvPr/>
        </p:nvPicPr>
        <p:blipFill>
          <a:blip r:embed="rId18"/>
          <a:stretch>
            <a:fillRect/>
          </a:stretch>
        </p:blipFill>
        <p:spPr>
          <a:xfrm>
            <a:off x="36139713" y="2433758"/>
            <a:ext cx="4323346" cy="2846426"/>
          </a:xfrm>
          <a:prstGeom prst="rect">
            <a:avLst/>
          </a:prstGeom>
        </p:spPr>
      </p:pic>
      <p:sp>
        <p:nvSpPr>
          <p:cNvPr id="63" name="TextBox 62">
            <a:extLst>
              <a:ext uri="{FF2B5EF4-FFF2-40B4-BE49-F238E27FC236}">
                <a16:creationId xmlns:a16="http://schemas.microsoft.com/office/drawing/2014/main" id="{5642994E-FB0C-4A9D-7342-058D3B4FD236}"/>
              </a:ext>
            </a:extLst>
          </p:cNvPr>
          <p:cNvSpPr txBox="1"/>
          <p:nvPr/>
        </p:nvSpPr>
        <p:spPr>
          <a:xfrm>
            <a:off x="35972072" y="5280184"/>
            <a:ext cx="4820335" cy="523220"/>
          </a:xfrm>
          <a:prstGeom prst="rect">
            <a:avLst/>
          </a:prstGeom>
          <a:noFill/>
        </p:spPr>
        <p:txBody>
          <a:bodyPr wrap="square">
            <a:spAutoFit/>
          </a:bodyPr>
          <a:lstStyle/>
          <a:p>
            <a:r>
              <a:rPr lang="en-US" sz="2800" dirty="0">
                <a:solidFill>
                  <a:srgbClr val="00264A"/>
                </a:solidFill>
                <a:latin typeface="Verdana" panose="020B0604030504040204" pitchFamily="34" charset="0"/>
                <a:ea typeface="Verdana" panose="020B0604030504040204" pitchFamily="34" charset="0"/>
                <a:cs typeface="Verdana" panose="020B0604030504040204" pitchFamily="34" charset="0"/>
              </a:rPr>
              <a:t>Poster ID: SH21G-2911</a:t>
            </a:r>
          </a:p>
        </p:txBody>
      </p:sp>
      <p:pic>
        <p:nvPicPr>
          <p:cNvPr id="1026" name="Picture 2" descr="Logo for Space Weather Modeling Framework">
            <a:extLst>
              <a:ext uri="{FF2B5EF4-FFF2-40B4-BE49-F238E27FC236}">
                <a16:creationId xmlns:a16="http://schemas.microsoft.com/office/drawing/2014/main" id="{B4968CE7-5553-C1C7-513C-131D861F3C8D}"/>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5616481" y="656542"/>
            <a:ext cx="5531519" cy="1777216"/>
          </a:xfrm>
          <a:prstGeom prst="rect">
            <a:avLst/>
          </a:prstGeom>
          <a:noFill/>
          <a:extLst>
            <a:ext uri="{909E8E84-426E-40DD-AFC4-6F175D3DCCD1}">
              <a14:hiddenFill xmlns:a14="http://schemas.microsoft.com/office/drawing/2010/main">
                <a:solidFill>
                  <a:srgbClr val="FFFFFF"/>
                </a:solidFill>
              </a14:hiddenFill>
            </a:ext>
          </a:extLst>
        </p:spPr>
      </p:pic>
      <p:sp>
        <p:nvSpPr>
          <p:cNvPr id="65" name="Rounded Rectangle 64">
            <a:extLst>
              <a:ext uri="{FF2B5EF4-FFF2-40B4-BE49-F238E27FC236}">
                <a16:creationId xmlns:a16="http://schemas.microsoft.com/office/drawing/2014/main" id="{8CFF6D19-D36B-FFC7-3AD8-EAF67D637637}"/>
              </a:ext>
            </a:extLst>
          </p:cNvPr>
          <p:cNvSpPr/>
          <p:nvPr/>
        </p:nvSpPr>
        <p:spPr>
          <a:xfrm>
            <a:off x="12259945" y="16713728"/>
            <a:ext cx="9148570" cy="925063"/>
          </a:xfrm>
          <a:prstGeom prst="roundRect">
            <a:avLst/>
          </a:prstGeom>
          <a:solidFill>
            <a:srgbClr val="00264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571" b="1" dirty="0">
                <a:latin typeface="Verdana" panose="020B0604030504040204" pitchFamily="34" charset="0"/>
                <a:ea typeface="Verdana" panose="020B0604030504040204" pitchFamily="34" charset="0"/>
                <a:cs typeface="Verdana" panose="020B0604030504040204" pitchFamily="34" charset="0"/>
              </a:rPr>
              <a:t>III. A Simplified Chromosphere Model: Field Aligned Two-fluid Motion in Flux Tubes</a:t>
            </a:r>
          </a:p>
        </p:txBody>
      </p:sp>
      <p:sp>
        <p:nvSpPr>
          <p:cNvPr id="66" name="TextBox 65">
            <a:extLst>
              <a:ext uri="{FF2B5EF4-FFF2-40B4-BE49-F238E27FC236}">
                <a16:creationId xmlns:a16="http://schemas.microsoft.com/office/drawing/2014/main" id="{A0027D3A-5DDE-6FDC-ABA7-20EF5778EE27}"/>
              </a:ext>
            </a:extLst>
          </p:cNvPr>
          <p:cNvSpPr txBox="1"/>
          <p:nvPr/>
        </p:nvSpPr>
        <p:spPr>
          <a:xfrm>
            <a:off x="15874566" y="20596798"/>
            <a:ext cx="6323539" cy="707886"/>
          </a:xfrm>
          <a:prstGeom prst="rect">
            <a:avLst/>
          </a:prstGeom>
          <a:noFill/>
        </p:spPr>
        <p:txBody>
          <a:bodyPr wrap="square" rtlCol="0">
            <a:spAutoFit/>
          </a:bodyPr>
          <a:lstStyle/>
          <a:p>
            <a:pPr marL="0" marR="0" lvl="0" indent="0" algn="l" defTabSz="3761915" rtl="0" eaLnBrk="1" fontAlgn="auto" latinLnBrk="0" hangingPunct="1">
              <a:lnSpc>
                <a:spcPct val="100000"/>
              </a:lnSpc>
              <a:spcBef>
                <a:spcPct val="20000"/>
              </a:spcBef>
              <a:spcAft>
                <a:spcPts val="0"/>
              </a:spcAft>
              <a:buClrTx/>
              <a:buSzTx/>
              <a:buFont typeface="Arial" pitchFamily="34" charset="0"/>
              <a:buNone/>
              <a:tabLst/>
              <a:defRPr/>
            </a:pPr>
            <a:r>
              <a:rPr kumimoji="0" lang="en-US" sz="2000" b="1" i="0" u="none" strike="noStrike" kern="1200" cap="none" spc="0" normalizeH="0" baseline="0" noProof="0" dirty="0">
                <a:ln>
                  <a:noFill/>
                </a:ln>
                <a:solidFill>
                  <a:schemeClr val="accent6">
                    <a:lumMod val="50000"/>
                  </a:schemeClr>
                </a:solidFill>
                <a:effectLst/>
                <a:uLnTx/>
                <a:uFillTx/>
                <a:latin typeface="Verdana" panose="020B0604030504040204" pitchFamily="34" charset="0"/>
                <a:ea typeface="Verdana" panose="020B0604030504040204" pitchFamily="34" charset="0"/>
                <a:cs typeface="Verdana" panose="020B0604030504040204" pitchFamily="34" charset="0"/>
              </a:rPr>
              <a:t>In this way, the problem is equivalent to the gas flow in flux tubes.</a:t>
            </a:r>
          </a:p>
        </p:txBody>
      </p:sp>
      <p:sp>
        <p:nvSpPr>
          <p:cNvPr id="75" name="Rounded Rectangle 74">
            <a:extLst>
              <a:ext uri="{FF2B5EF4-FFF2-40B4-BE49-F238E27FC236}">
                <a16:creationId xmlns:a16="http://schemas.microsoft.com/office/drawing/2014/main" id="{0C009341-A646-6A5A-2212-CE008647EAD9}"/>
              </a:ext>
            </a:extLst>
          </p:cNvPr>
          <p:cNvSpPr/>
          <p:nvPr/>
        </p:nvSpPr>
        <p:spPr>
          <a:xfrm>
            <a:off x="22314469" y="16168759"/>
            <a:ext cx="9148570" cy="925063"/>
          </a:xfrm>
          <a:prstGeom prst="roundRect">
            <a:avLst/>
          </a:prstGeom>
          <a:solidFill>
            <a:srgbClr val="00264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135215">
              <a:defRPr/>
            </a:pPr>
            <a:r>
              <a:rPr lang="en-US" sz="2570" b="1" dirty="0">
                <a:solidFill>
                  <a:schemeClr val="bg1"/>
                </a:solidFill>
                <a:latin typeface="Verdana" panose="020B0604030504040204" pitchFamily="34" charset="0"/>
                <a:ea typeface="Verdana" panose="020B0604030504040204" pitchFamily="34" charset="0"/>
                <a:cs typeface="Verdana" panose="020B0604030504040204" pitchFamily="34" charset="0"/>
              </a:rPr>
              <a:t>IV. Numerical Methods: Solving the Field Aligned Equations</a:t>
            </a:r>
          </a:p>
        </p:txBody>
      </p:sp>
      <p:sp>
        <p:nvSpPr>
          <p:cNvPr id="93" name="TextBox 92">
            <a:extLst>
              <a:ext uri="{FF2B5EF4-FFF2-40B4-BE49-F238E27FC236}">
                <a16:creationId xmlns:a16="http://schemas.microsoft.com/office/drawing/2014/main" id="{0085C25E-3EBB-533A-DA03-79B01E6BE22B}"/>
              </a:ext>
            </a:extLst>
          </p:cNvPr>
          <p:cNvSpPr txBox="1"/>
          <p:nvPr/>
        </p:nvSpPr>
        <p:spPr>
          <a:xfrm>
            <a:off x="22982333" y="7571326"/>
            <a:ext cx="2036746" cy="1323439"/>
          </a:xfrm>
          <a:prstGeom prst="rect">
            <a:avLst/>
          </a:prstGeom>
          <a:noFill/>
        </p:spPr>
        <p:txBody>
          <a:bodyPr wrap="square" rtlCol="0">
            <a:spAutoFit/>
          </a:bodyPr>
          <a:lstStyle/>
          <a:p>
            <a:pPr marL="0" marR="0" lvl="0" indent="0" algn="l" defTabSz="3756396"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14124">
                    <a:lumMod val="50000"/>
                  </a:srgbClr>
                </a:solidFill>
                <a:effectLst/>
                <a:uLnTx/>
                <a:uFillTx/>
                <a:latin typeface="Verdana" panose="020B0604030504040204" pitchFamily="34" charset="0"/>
                <a:ea typeface="Verdana" panose="020B0604030504040204" pitchFamily="34" charset="0"/>
                <a:cs typeface="Verdana" panose="020B0604030504040204" pitchFamily="34" charset="0"/>
              </a:rPr>
              <a:t>B field works as a geometric effect!</a:t>
            </a:r>
          </a:p>
        </p:txBody>
      </p:sp>
      <p:sp>
        <p:nvSpPr>
          <p:cNvPr id="94" name="Rounded Rectangle 93">
            <a:extLst>
              <a:ext uri="{FF2B5EF4-FFF2-40B4-BE49-F238E27FC236}">
                <a16:creationId xmlns:a16="http://schemas.microsoft.com/office/drawing/2014/main" id="{6888DA69-29D7-220C-BDC4-0AFFB97C1C3A}"/>
              </a:ext>
            </a:extLst>
          </p:cNvPr>
          <p:cNvSpPr/>
          <p:nvPr/>
        </p:nvSpPr>
        <p:spPr>
          <a:xfrm>
            <a:off x="32333937" y="6220146"/>
            <a:ext cx="9148570" cy="925063"/>
          </a:xfrm>
          <a:prstGeom prst="roundRect">
            <a:avLst/>
          </a:prstGeom>
          <a:solidFill>
            <a:srgbClr val="00264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135215">
              <a:defRPr/>
            </a:pPr>
            <a:r>
              <a:rPr lang="en-US" sz="2570" b="1" dirty="0">
                <a:solidFill>
                  <a:schemeClr val="bg1"/>
                </a:solidFill>
                <a:latin typeface="Verdana" panose="020B0604030504040204" pitchFamily="34" charset="0"/>
                <a:ea typeface="Verdana" panose="020B0604030504040204" pitchFamily="34" charset="0"/>
                <a:cs typeface="Verdana" panose="020B0604030504040204" pitchFamily="34" charset="0"/>
              </a:rPr>
              <a:t>V. What Can We Do with the Field Aligned Model?</a:t>
            </a:r>
          </a:p>
        </p:txBody>
      </p:sp>
      <p:sp>
        <p:nvSpPr>
          <p:cNvPr id="97" name="Rounded Rectangle 96">
            <a:extLst>
              <a:ext uri="{FF2B5EF4-FFF2-40B4-BE49-F238E27FC236}">
                <a16:creationId xmlns:a16="http://schemas.microsoft.com/office/drawing/2014/main" id="{8FACA21A-4BCF-F3D4-9143-3738F4A49EE7}"/>
              </a:ext>
            </a:extLst>
          </p:cNvPr>
          <p:cNvSpPr/>
          <p:nvPr/>
        </p:nvSpPr>
        <p:spPr>
          <a:xfrm>
            <a:off x="32328357" y="14345953"/>
            <a:ext cx="9148570" cy="700156"/>
          </a:xfrm>
          <a:prstGeom prst="roundRect">
            <a:avLst/>
          </a:prstGeom>
          <a:solidFill>
            <a:srgbClr val="00264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latin typeface="Verdana" panose="020B0604030504040204" pitchFamily="34" charset="0"/>
                <a:ea typeface="Verdana" panose="020B0604030504040204" pitchFamily="34" charset="0"/>
                <a:cs typeface="Verdana" panose="020B0604030504040204" pitchFamily="34" charset="0"/>
              </a:rPr>
              <a:t>Acknowledgements</a:t>
            </a:r>
          </a:p>
        </p:txBody>
      </p:sp>
      <p:sp>
        <p:nvSpPr>
          <p:cNvPr id="99" name="TextBox 98">
            <a:extLst>
              <a:ext uri="{FF2B5EF4-FFF2-40B4-BE49-F238E27FC236}">
                <a16:creationId xmlns:a16="http://schemas.microsoft.com/office/drawing/2014/main" id="{F2516E7A-0CC9-6A65-B7B9-9169D8F4236E}"/>
              </a:ext>
            </a:extLst>
          </p:cNvPr>
          <p:cNvSpPr txBox="1"/>
          <p:nvPr/>
        </p:nvSpPr>
        <p:spPr>
          <a:xfrm>
            <a:off x="32385453" y="15136165"/>
            <a:ext cx="8914947" cy="4093428"/>
          </a:xfrm>
          <a:prstGeom prst="rect">
            <a:avLst/>
          </a:prstGeom>
          <a:noFill/>
        </p:spPr>
        <p:txBody>
          <a:bodyPr wrap="square">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This work is supported by the NASA Space Weather Center of Excellence program under award No. 80NSSC23M0191 (CLEAR Center) and </a:t>
            </a:r>
            <a:r>
              <a:rPr lang="en-US" altLang="zh-CN" sz="2000" dirty="0">
                <a:latin typeface="Verdana" panose="020B0604030504040204" pitchFamily="34" charset="0"/>
                <a:ea typeface="Verdana" panose="020B0604030504040204" pitchFamily="34" charset="0"/>
                <a:cs typeface="Verdana" panose="020B0604030504040204" pitchFamily="34" charset="0"/>
              </a:rPr>
              <a:t>partially based upon work supported by the National Aeronautics and Space Administration, the LWS Strategic Capability (SCEPTER) project at the University of Michigan under NASA grant 80NSSC22K0892, by NASA grant 80NSSC21K1124, by NSF ANSWERS grant GEO-2149771, and by NASA LWS grant 80NSSC20K1778. We would also like to acknowledge high-performance computing support from: (1) Yellowstone provided by NCAR's Computational and Information Systems Laboratory, sponsored by the NSF, and (2) Pleiades operated by NASA's Advanced Supercomputing Division.  </a:t>
            </a:r>
          </a:p>
          <a:p>
            <a:endParaRPr lang="en-US" sz="2000" dirty="0">
              <a:latin typeface="Verdana" panose="020B0604030504040204" pitchFamily="34" charset="0"/>
              <a:ea typeface="Verdana" panose="020B0604030504040204" pitchFamily="34" charset="0"/>
              <a:cs typeface="Verdana" panose="020B0604030504040204" pitchFamily="34" charset="0"/>
            </a:endParaRPr>
          </a:p>
        </p:txBody>
      </p:sp>
      <p:sp>
        <p:nvSpPr>
          <p:cNvPr id="16" name="TextBox 15">
            <a:extLst>
              <a:ext uri="{FF2B5EF4-FFF2-40B4-BE49-F238E27FC236}">
                <a16:creationId xmlns:a16="http://schemas.microsoft.com/office/drawing/2014/main" id="{CA5F02B6-DC75-5BD6-765B-5243DBBB0C1D}"/>
              </a:ext>
            </a:extLst>
          </p:cNvPr>
          <p:cNvSpPr txBox="1"/>
          <p:nvPr/>
        </p:nvSpPr>
        <p:spPr>
          <a:xfrm>
            <a:off x="27428058" y="9590544"/>
            <a:ext cx="3827113" cy="2677656"/>
          </a:xfrm>
          <a:prstGeom prst="rect">
            <a:avLst/>
          </a:prstGeom>
          <a:noFill/>
        </p:spPr>
        <p:txBody>
          <a:bodyPr wrap="square" rtlCol="0">
            <a:spAutoFit/>
          </a:bodyPr>
          <a:lstStyle/>
          <a:p>
            <a:pPr marL="342900" indent="-342900">
              <a:buFont typeface="Arial" panose="020B0604020202020204" pitchFamily="34" charset="0"/>
              <a:buChar char="•"/>
            </a:pPr>
            <a:r>
              <a:rPr lang="en-US" sz="2400" b="1" dirty="0">
                <a:latin typeface="Verdana" panose="020B0604030504040204" pitchFamily="34" charset="0"/>
                <a:ea typeface="Verdana" panose="020B0604030504040204" pitchFamily="34" charset="0"/>
                <a:cs typeface="Verdana" panose="020B0604030504040204" pitchFamily="34" charset="0"/>
              </a:rPr>
              <a:t>1D Field-aligned equations</a:t>
            </a:r>
          </a:p>
          <a:p>
            <a:pPr marL="342900" indent="-342900">
              <a:buFont typeface="Arial" panose="020B0604020202020204" pitchFamily="34" charset="0"/>
              <a:buChar char="•"/>
            </a:pPr>
            <a:r>
              <a:rPr lang="en-US" sz="2000" dirty="0">
                <a:latin typeface="Verdana" panose="020B0604030504040204" pitchFamily="34" charset="0"/>
                <a:ea typeface="Verdana" panose="020B0604030504040204" pitchFamily="34" charset="0"/>
                <a:cs typeface="Verdana" panose="020B0604030504040204" pitchFamily="34" charset="0"/>
              </a:rPr>
              <a:t>6 variables in 1D grid, much faster.</a:t>
            </a:r>
          </a:p>
          <a:p>
            <a:pPr marL="342900" indent="-342900">
              <a:buFont typeface="Arial" panose="020B0604020202020204" pitchFamily="34" charset="0"/>
              <a:buChar char="•"/>
            </a:pPr>
            <a:r>
              <a:rPr lang="en-US" sz="2000" dirty="0">
                <a:latin typeface="Verdana" panose="020B0604030504040204" pitchFamily="34" charset="0"/>
                <a:ea typeface="Verdana" panose="020B0604030504040204" pitchFamily="34" charset="0"/>
                <a:cs typeface="Verdana" panose="020B0604030504040204" pitchFamily="34" charset="0"/>
              </a:rPr>
              <a:t>Flux tubes with fixed geometry.</a:t>
            </a:r>
          </a:p>
          <a:p>
            <a:pPr marL="342900" indent="-342900">
              <a:buFont typeface="Arial" panose="020B0604020202020204" pitchFamily="34" charset="0"/>
              <a:buChar char="•"/>
            </a:pPr>
            <a:r>
              <a:rPr lang="en-US" sz="2000" dirty="0">
                <a:latin typeface="Verdana" panose="020B0604030504040204" pitchFamily="34" charset="0"/>
                <a:ea typeface="Verdana" panose="020B0604030504040204" pitchFamily="34" charset="0"/>
                <a:cs typeface="Verdana" panose="020B0604030504040204" pitchFamily="34" charset="0"/>
              </a:rPr>
              <a:t>Spatial derivative reduces to d/ds.</a:t>
            </a:r>
          </a:p>
        </p:txBody>
      </p:sp>
      <p:sp>
        <p:nvSpPr>
          <p:cNvPr id="100" name="TextBox 99">
            <a:extLst>
              <a:ext uri="{FF2B5EF4-FFF2-40B4-BE49-F238E27FC236}">
                <a16:creationId xmlns:a16="http://schemas.microsoft.com/office/drawing/2014/main" id="{1A63A490-BE94-8495-F8BD-18902FB5427E}"/>
              </a:ext>
            </a:extLst>
          </p:cNvPr>
          <p:cNvSpPr txBox="1"/>
          <p:nvPr/>
        </p:nvSpPr>
        <p:spPr>
          <a:xfrm>
            <a:off x="16166938" y="15876371"/>
            <a:ext cx="5301994" cy="584775"/>
          </a:xfrm>
          <a:prstGeom prst="rect">
            <a:avLst/>
          </a:prstGeom>
          <a:noFill/>
        </p:spPr>
        <p:txBody>
          <a:bodyPr wrap="square" rtlCol="0">
            <a:spAutoFit/>
          </a:bodyPr>
          <a:lstStyle/>
          <a:p>
            <a:r>
              <a:rPr lang="en-US" sz="1600" dirty="0"/>
              <a:t>Hot plasma from </a:t>
            </a:r>
            <a:r>
              <a:rPr lang="en-US" sz="1600" dirty="0" err="1"/>
              <a:t>chromospheric</a:t>
            </a:r>
            <a:r>
              <a:rPr lang="en-US" sz="1600" dirty="0"/>
              <a:t> evaporation enters the flux rope pre/during T1 ICME eruptions (</a:t>
            </a:r>
            <a:r>
              <a:rPr lang="en-US" sz="1600" dirty="0" err="1"/>
              <a:t>Zhai</a:t>
            </a:r>
            <a:r>
              <a:rPr lang="en-US" sz="1600" dirty="0"/>
              <a:t> et al. 2022, Fig. 4).</a:t>
            </a:r>
          </a:p>
        </p:txBody>
      </p:sp>
      <p:pic>
        <p:nvPicPr>
          <p:cNvPr id="101" name="Picture 100">
            <a:extLst>
              <a:ext uri="{FF2B5EF4-FFF2-40B4-BE49-F238E27FC236}">
                <a16:creationId xmlns:a16="http://schemas.microsoft.com/office/drawing/2014/main" id="{4C6A9184-7D11-D4EF-60F1-1D9EC9369CC4}"/>
              </a:ext>
            </a:extLst>
          </p:cNvPr>
          <p:cNvPicPr>
            <a:picLocks noChangeAspect="1"/>
          </p:cNvPicPr>
          <p:nvPr/>
        </p:nvPicPr>
        <p:blipFill>
          <a:blip r:embed="rId20"/>
          <a:stretch>
            <a:fillRect/>
          </a:stretch>
        </p:blipFill>
        <p:spPr>
          <a:xfrm>
            <a:off x="2225949" y="13359896"/>
            <a:ext cx="4021818" cy="4874932"/>
          </a:xfrm>
          <a:prstGeom prst="rect">
            <a:avLst/>
          </a:prstGeom>
        </p:spPr>
      </p:pic>
      <p:sp>
        <p:nvSpPr>
          <p:cNvPr id="103" name="Rounded Rectangle 102">
            <a:extLst>
              <a:ext uri="{FF2B5EF4-FFF2-40B4-BE49-F238E27FC236}">
                <a16:creationId xmlns:a16="http://schemas.microsoft.com/office/drawing/2014/main" id="{55A5A816-0DCB-3C7E-D325-FFBA40252774}"/>
              </a:ext>
            </a:extLst>
          </p:cNvPr>
          <p:cNvSpPr/>
          <p:nvPr/>
        </p:nvSpPr>
        <p:spPr>
          <a:xfrm>
            <a:off x="32328357" y="19068095"/>
            <a:ext cx="9148570" cy="700156"/>
          </a:xfrm>
          <a:prstGeom prst="roundRect">
            <a:avLst/>
          </a:prstGeom>
          <a:solidFill>
            <a:srgbClr val="00264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latin typeface="Verdana" panose="020B0604030504040204" pitchFamily="34" charset="0"/>
                <a:ea typeface="Verdana" panose="020B0604030504040204" pitchFamily="34" charset="0"/>
                <a:cs typeface="Verdana" panose="020B0604030504040204" pitchFamily="34" charset="0"/>
              </a:rPr>
              <a:t>References</a:t>
            </a:r>
          </a:p>
        </p:txBody>
      </p:sp>
      <p:sp>
        <p:nvSpPr>
          <p:cNvPr id="104" name="TextBox 103">
            <a:extLst>
              <a:ext uri="{FF2B5EF4-FFF2-40B4-BE49-F238E27FC236}">
                <a16:creationId xmlns:a16="http://schemas.microsoft.com/office/drawing/2014/main" id="{ED9B4229-22D0-772E-2612-1C435FC990CC}"/>
              </a:ext>
            </a:extLst>
          </p:cNvPr>
          <p:cNvSpPr txBox="1"/>
          <p:nvPr/>
        </p:nvSpPr>
        <p:spPr>
          <a:xfrm>
            <a:off x="32328589" y="19860161"/>
            <a:ext cx="9028674" cy="1323439"/>
          </a:xfrm>
          <a:prstGeom prst="rect">
            <a:avLst/>
          </a:prstGeom>
          <a:noFill/>
        </p:spPr>
        <p:txBody>
          <a:bodyPr wrap="square" rtlCol="0">
            <a:spAutoFit/>
          </a:bodyPr>
          <a:lstStyle/>
          <a:p>
            <a:pPr marL="514350" indent="-514350">
              <a:buFont typeface="+mj-lt"/>
              <a:buAutoNum type="romanLcPeriod"/>
            </a:pPr>
            <a:r>
              <a:rPr lang="en-US" sz="2000" dirty="0" err="1">
                <a:latin typeface="Verdana" panose="020B0604030504040204" pitchFamily="34" charset="0"/>
                <a:ea typeface="Verdana" panose="020B0604030504040204" pitchFamily="34" charset="0"/>
                <a:cs typeface="Verdana" panose="020B0604030504040204" pitchFamily="34" charset="0"/>
              </a:rPr>
              <a:t>Avrett</a:t>
            </a:r>
            <a:r>
              <a:rPr lang="en-US" sz="2000" dirty="0">
                <a:latin typeface="Verdana" panose="020B0604030504040204" pitchFamily="34" charset="0"/>
                <a:ea typeface="Verdana" panose="020B0604030504040204" pitchFamily="34" charset="0"/>
                <a:cs typeface="Verdana" panose="020B0604030504040204" pitchFamily="34" charset="0"/>
              </a:rPr>
              <a:t>, E. H., &amp; </a:t>
            </a:r>
            <a:r>
              <a:rPr lang="en-US" sz="2000" dirty="0" err="1">
                <a:latin typeface="Verdana" panose="020B0604030504040204" pitchFamily="34" charset="0"/>
                <a:ea typeface="Verdana" panose="020B0604030504040204" pitchFamily="34" charset="0"/>
                <a:cs typeface="Verdana" panose="020B0604030504040204" pitchFamily="34" charset="0"/>
              </a:rPr>
              <a:t>Loeser</a:t>
            </a:r>
            <a:r>
              <a:rPr lang="en-US" sz="2000" dirty="0">
                <a:latin typeface="Verdana" panose="020B0604030504040204" pitchFamily="34" charset="0"/>
                <a:ea typeface="Verdana" panose="020B0604030504040204" pitchFamily="34" charset="0"/>
                <a:cs typeface="Verdana" panose="020B0604030504040204" pitchFamily="34" charset="0"/>
              </a:rPr>
              <a:t>, R. (2008). Models of the solar chromosphere and transition region. </a:t>
            </a:r>
            <a:r>
              <a:rPr lang="en-US" sz="2000" i="1" dirty="0" err="1">
                <a:latin typeface="Verdana" panose="020B0604030504040204" pitchFamily="34" charset="0"/>
                <a:ea typeface="Verdana" panose="020B0604030504040204" pitchFamily="34" charset="0"/>
                <a:cs typeface="Verdana" panose="020B0604030504040204" pitchFamily="34" charset="0"/>
              </a:rPr>
              <a:t>ApJS</a:t>
            </a:r>
            <a:r>
              <a:rPr lang="en-US" sz="2000" i="1" dirty="0">
                <a:latin typeface="Verdana" panose="020B0604030504040204" pitchFamily="34" charset="0"/>
                <a:ea typeface="Verdana" panose="020B0604030504040204" pitchFamily="34" charset="0"/>
                <a:cs typeface="Verdana" panose="020B0604030504040204" pitchFamily="34" charset="0"/>
              </a:rPr>
              <a:t>, 175</a:t>
            </a:r>
            <a:r>
              <a:rPr lang="en-US" sz="2000" dirty="0">
                <a:latin typeface="Verdana" panose="020B0604030504040204" pitchFamily="34" charset="0"/>
                <a:ea typeface="Verdana" panose="020B0604030504040204" pitchFamily="34" charset="0"/>
                <a:cs typeface="Verdana" panose="020B0604030504040204" pitchFamily="34" charset="0"/>
              </a:rPr>
              <a:t>(1), 229–276.</a:t>
            </a:r>
          </a:p>
          <a:p>
            <a:pPr marL="514350" indent="-514350">
              <a:buFont typeface="+mj-lt"/>
              <a:buAutoNum type="romanLcPeriod"/>
            </a:pPr>
            <a:r>
              <a:rPr lang="en-US" sz="2000" dirty="0" err="1">
                <a:latin typeface="Verdana" panose="020B0604030504040204" pitchFamily="34" charset="0"/>
                <a:ea typeface="Verdana" panose="020B0604030504040204" pitchFamily="34" charset="0"/>
                <a:cs typeface="Verdana" panose="020B0604030504040204" pitchFamily="34" charset="0"/>
              </a:rPr>
              <a:t>Zhai</a:t>
            </a:r>
            <a:r>
              <a:rPr lang="en-US" sz="2000" dirty="0">
                <a:latin typeface="Verdana" panose="020B0604030504040204" pitchFamily="34" charset="0"/>
                <a:ea typeface="Verdana" panose="020B0604030504040204" pitchFamily="34" charset="0"/>
                <a:cs typeface="Verdana" panose="020B0604030504040204" pitchFamily="34" charset="0"/>
              </a:rPr>
              <a:t>, H., Fu, H., Huang, Z., &amp; Xia, L. (2022). Charge states and FIP bias of CMEs. </a:t>
            </a:r>
            <a:r>
              <a:rPr lang="en-US" sz="2000" dirty="0" err="1">
                <a:latin typeface="Verdana" panose="020B0604030504040204" pitchFamily="34" charset="0"/>
                <a:ea typeface="Verdana" panose="020B0604030504040204" pitchFamily="34" charset="0"/>
                <a:cs typeface="Verdana" panose="020B0604030504040204" pitchFamily="34" charset="0"/>
              </a:rPr>
              <a:t>ApJ</a:t>
            </a:r>
            <a:r>
              <a:rPr lang="en-US" sz="2000" dirty="0">
                <a:latin typeface="Verdana" panose="020B0604030504040204" pitchFamily="34" charset="0"/>
                <a:ea typeface="Verdana" panose="020B0604030504040204" pitchFamily="34" charset="0"/>
                <a:cs typeface="Verdana" panose="020B0604030504040204" pitchFamily="34" charset="0"/>
              </a:rPr>
              <a:t>, 928, 136.</a:t>
            </a:r>
          </a:p>
        </p:txBody>
      </p:sp>
    </p:spTree>
    <p:extLst>
      <p:ext uri="{BB962C8B-B14F-4D97-AF65-F5344CB8AC3E}">
        <p14:creationId xmlns:p14="http://schemas.microsoft.com/office/powerpoint/2010/main" val="4038871067"/>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6.2.9200.0"/>
  <p:tag name="AS_RELEASE_DATE" val="2022.04.14"/>
  <p:tag name="AS_TITLE" val="Aspose.Slides for .NET 4.0 Client Profile"/>
  <p:tag name="AS_VERSION" val="22.4"/>
  <p:tag name="POSTERNERDTEMPLATE" val="imaginativearctic|08-2022"/>
</p:tagLst>
</file>

<file path=ppt/theme/theme1.xml><?xml version="1.0" encoding="utf-8"?>
<a:theme xmlns:a="http://schemas.openxmlformats.org/drawingml/2006/main" name="Office Theme">
  <a:themeElements>
    <a:clrScheme name="Slipstream">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Office">
      <a:majorFont>
        <a:latin typeface="Calibri"/>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3875</TotalTime>
  <Words>970</Words>
  <Application>Microsoft Macintosh PowerPoint</Application>
  <PresentationFormat>Custom</PresentationFormat>
  <Paragraphs>86</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Calibri</vt:lpstr>
      <vt:lpstr>Verdana</vt:lpstr>
      <vt:lpstr>Arial</vt:lpstr>
      <vt:lpstr>Cambria Math</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Sample research poster</dc:title>
  <dc:subject>Free Poster Presentation Example</dc:subject>
  <dc:creator>Graphicsland/MakeSigns.com</dc:creator>
  <cp:keywords>scientific, research, template, custom, poster, presentation, symposium, printing, powerpoint, create, design, example, sample, download</cp:keywords>
  <dc:description>These templates are offered for free to help your create a poster ranging from nursing research posters to psychology research posters.</dc:description>
  <cp:lastModifiedBy>Zhu, Keheng</cp:lastModifiedBy>
  <cp:revision>46</cp:revision>
  <cp:lastPrinted>2024-12-03T18:12:04Z</cp:lastPrinted>
  <dcterms:modified xsi:type="dcterms:W3CDTF">2026-06-23T18:11:49Z</dcterms:modified>
  <cp:category>scientific poster powerpoint</cp:category>
</cp:coreProperties>
</file>